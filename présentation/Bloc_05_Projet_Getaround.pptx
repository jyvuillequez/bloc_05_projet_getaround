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3"/>
  </p:notesMasterIdLst>
  <p:sldIdLst>
    <p:sldId id="256" r:id="rId3"/>
    <p:sldId id="275" r:id="rId4"/>
    <p:sldId id="272" r:id="rId5"/>
    <p:sldId id="273" r:id="rId6"/>
    <p:sldId id="274" r:id="rId7"/>
    <p:sldId id="258" r:id="rId8"/>
    <p:sldId id="276" r:id="rId9"/>
    <p:sldId id="277" r:id="rId10"/>
    <p:sldId id="278" r:id="rId11"/>
    <p:sldId id="271" r:id="rId12"/>
  </p:sldIdLst>
  <p:sldSz cx="9144000" cy="5143500" type="screen16x9"/>
  <p:notesSz cx="6858000" cy="9144000"/>
  <p:embeddedFontLst>
    <p:embeddedFont>
      <p:font typeface="Inter Medium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66FF"/>
    <a:srgbClr val="F7F7F7"/>
    <a:srgbClr val="F44470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CA8FFA-FC6B-48AE-92FD-26D6FADFA2EC}" v="571" dt="2026-02-14T14:44:50.0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 autoAdjust="0"/>
    <p:restoredTop sz="62591" autoAdjust="0"/>
  </p:normalViewPr>
  <p:slideViewPr>
    <p:cSldViewPr snapToGrid="0">
      <p:cViewPr varScale="1">
        <p:scale>
          <a:sx n="81" d="100"/>
          <a:sy n="81" d="100"/>
        </p:scale>
        <p:origin x="2406" y="30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4T14:44:50.074" v="1746"/>
      <pc:docMkLst>
        <pc:docMk/>
      </pc:docMkLst>
      <pc:sldChg chg="addSp modSp mod">
        <pc:chgData name="Jean-Yves Vuillequez" userId="e7fac481abea6bd0" providerId="LiveId" clId="{79E365E8-22BC-4EC2-9606-9A9AC6CD1D22}" dt="2026-02-11T12:26:53.968" v="102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11T12:26:53.968" v="102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11T12:26:48.213" v="99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11T12:26:30.152" v="97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14T14:44:43.677" v="1745"/>
        <pc:sldMkLst>
          <pc:docMk/>
          <pc:sldMk cId="0" sldId="258"/>
        </pc:sldMkLst>
        <pc:spChg chg="add mod">
          <ac:chgData name="Jean-Yves Vuillequez" userId="e7fac481abea6bd0" providerId="LiveId" clId="{79E365E8-22BC-4EC2-9606-9A9AC6CD1D22}" dt="2026-02-14T14:44:43.677" v="1745"/>
          <ac:spMkLst>
            <pc:docMk/>
            <pc:sldMk cId="0" sldId="258"/>
            <ac:spMk id="2" creationId="{A85DEE6F-C9A3-C38B-C4A7-0CCF698A4970}"/>
          </ac:spMkLst>
        </pc:spChg>
        <pc:spChg chg="mod">
          <ac:chgData name="Jean-Yves Vuillequez" userId="e7fac481abea6bd0" providerId="LiveId" clId="{79E365E8-22BC-4EC2-9606-9A9AC6CD1D22}" dt="2026-02-13T09:14:19.195" v="867" actId="20577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2-13T10:20:36.261" v="1250" actId="20577"/>
          <ac:spMkLst>
            <pc:docMk/>
            <pc:sldMk cId="0" sldId="258"/>
            <ac:spMk id="68" creationId="{00000000-0000-0000-0000-000000000000}"/>
          </ac:spMkLst>
        </pc:spChg>
        <pc:picChg chg="add mod">
          <ac:chgData name="Jean-Yves Vuillequez" userId="e7fac481abea6bd0" providerId="LiveId" clId="{79E365E8-22BC-4EC2-9606-9A9AC6CD1D22}" dt="2026-02-13T09:06:58.743" v="801" actId="14100"/>
          <ac:picMkLst>
            <pc:docMk/>
            <pc:sldMk cId="0" sldId="258"/>
            <ac:picMk id="5" creationId="{3629B4BD-B2F9-58A6-5FC6-4984E061BD5A}"/>
          </ac:picMkLst>
        </pc:picChg>
        <pc:picChg chg="add del mod">
          <ac:chgData name="Jean-Yves Vuillequez" userId="e7fac481abea6bd0" providerId="LiveId" clId="{79E365E8-22BC-4EC2-9606-9A9AC6CD1D22}" dt="2026-02-13T09:10:02.935" v="803" actId="478"/>
          <ac:picMkLst>
            <pc:docMk/>
            <pc:sldMk cId="0" sldId="258"/>
            <ac:picMk id="7" creationId="{0333D699-8708-CCB0-9F47-71790F7D7F7B}"/>
          </ac:picMkLst>
        </pc:picChg>
        <pc:picChg chg="add mod">
          <ac:chgData name="Jean-Yves Vuillequez" userId="e7fac481abea6bd0" providerId="LiveId" clId="{79E365E8-22BC-4EC2-9606-9A9AC6CD1D22}" dt="2026-02-13T09:10:41.876" v="815" actId="1076"/>
          <ac:picMkLst>
            <pc:docMk/>
            <pc:sldMk cId="0" sldId="258"/>
            <ac:picMk id="9" creationId="{E79FD801-E0AC-4B92-A695-66B1893EF522}"/>
          </ac:picMkLst>
        </pc:picChg>
        <pc:cxnChg chg="add mod">
          <ac:chgData name="Jean-Yves Vuillequez" userId="e7fac481abea6bd0" providerId="LiveId" clId="{79E365E8-22BC-4EC2-9606-9A9AC6CD1D22}" dt="2026-02-14T14:44:43.677" v="1745"/>
          <ac:cxnSpMkLst>
            <pc:docMk/>
            <pc:sldMk cId="0" sldId="258"/>
            <ac:cxnSpMk id="6" creationId="{E58CD5F5-AD06-8901-DFBF-D6AD8757D2F5}"/>
          </ac:cxnSpMkLst>
        </pc:cxn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modSp mod modNotesTx">
        <pc:chgData name="Jean-Yves Vuillequez" userId="e7fac481abea6bd0" providerId="LiveId" clId="{79E365E8-22BC-4EC2-9606-9A9AC6CD1D22}" dt="2026-02-14T14:22:12.121" v="1443" actId="20577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13T09:42:23.243" v="1206" actId="14100"/>
          <ac:spMkLst>
            <pc:docMk/>
            <pc:sldMk cId="0" sldId="272"/>
            <ac:spMk id="5" creationId="{C9E79F0C-F757-C223-90A8-073753256F1C}"/>
          </ac:spMkLst>
        </pc:spChg>
        <pc:spChg chg="mod">
          <ac:chgData name="Jean-Yves Vuillequez" userId="e7fac481abea6bd0" providerId="LiveId" clId="{79E365E8-22BC-4EC2-9606-9A9AC6CD1D22}" dt="2026-02-13T09:42:20.229" v="1205" actId="20577"/>
          <ac:spMkLst>
            <pc:docMk/>
            <pc:sldMk cId="0" sldId="272"/>
            <ac:spMk id="6" creationId="{243FF7A6-205C-44FD-4C04-67C8CD0DF557}"/>
          </ac:spMkLst>
        </pc:spChg>
      </pc:sldChg>
      <pc:sldChg chg="addSp delSp modSp mod modAnim modNotesTx">
        <pc:chgData name="Jean-Yves Vuillequez" userId="e7fac481abea6bd0" providerId="LiveId" clId="{79E365E8-22BC-4EC2-9606-9A9AC6CD1D22}" dt="2026-02-14T14:27:18.945" v="1510" actId="20577"/>
        <pc:sldMkLst>
          <pc:docMk/>
          <pc:sldMk cId="0" sldId="273"/>
        </pc:sldMkLst>
        <pc:spChg chg="add">
          <ac:chgData name="Jean-Yves Vuillequez" userId="e7fac481abea6bd0" providerId="LiveId" clId="{79E365E8-22BC-4EC2-9606-9A9AC6CD1D22}" dt="2026-02-13T08:42:50.997" v="383"/>
          <ac:spMkLst>
            <pc:docMk/>
            <pc:sldMk cId="0" sldId="273"/>
            <ac:spMk id="2" creationId="{96661028-3F4E-5F72-C65D-8E2C26D2D364}"/>
          </ac:spMkLst>
        </pc:spChg>
        <pc:spChg chg="mod">
          <ac:chgData name="Jean-Yves Vuillequez" userId="e7fac481abea6bd0" providerId="LiveId" clId="{79E365E8-22BC-4EC2-9606-9A9AC6CD1D22}" dt="2026-02-13T08:43:03.880" v="387"/>
          <ac:spMkLst>
            <pc:docMk/>
            <pc:sldMk cId="0" sldId="273"/>
            <ac:spMk id="3" creationId="{72CD330D-D20E-C29F-1030-B07CA8FB1E22}"/>
          </ac:spMkLst>
        </pc:spChg>
        <pc:spChg chg="mod">
          <ac:chgData name="Jean-Yves Vuillequez" userId="e7fac481abea6bd0" providerId="LiveId" clId="{79E365E8-22BC-4EC2-9606-9A9AC6CD1D22}" dt="2026-02-13T08:45:56.156" v="505" actId="20577"/>
          <ac:spMkLst>
            <pc:docMk/>
            <pc:sldMk cId="0" sldId="273"/>
            <ac:spMk id="4" creationId="{934AC2C3-F52B-C5FF-763F-9BA14671F247}"/>
          </ac:spMkLst>
        </pc:spChg>
        <pc:spChg chg="mod">
          <ac:chgData name="Jean-Yves Vuillequez" userId="e7fac481abea6bd0" providerId="LiveId" clId="{79E365E8-22BC-4EC2-9606-9A9AC6CD1D22}" dt="2026-02-13T08:47:14.266" v="578"/>
          <ac:spMkLst>
            <pc:docMk/>
            <pc:sldMk cId="0" sldId="273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13T08:54:02.401" v="747" actId="20577"/>
          <ac:spMkLst>
            <pc:docMk/>
            <pc:sldMk cId="0" sldId="273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13T08:47:41.874" v="623" actId="20577"/>
          <ac:spMkLst>
            <pc:docMk/>
            <pc:sldMk cId="0" sldId="273"/>
            <ac:spMk id="7" creationId="{36B0EDF8-324A-AE11-8539-C4438745B23E}"/>
          </ac:spMkLst>
        </pc:spChg>
        <pc:spChg chg="mod">
          <ac:chgData name="Jean-Yves Vuillequez" userId="e7fac481abea6bd0" providerId="LiveId" clId="{79E365E8-22BC-4EC2-9606-9A9AC6CD1D22}" dt="2026-02-13T10:23:13.744" v="1252" actId="20577"/>
          <ac:spMkLst>
            <pc:docMk/>
            <pc:sldMk cId="0" sldId="273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3T08:46:41.423" v="577" actId="20577"/>
          <ac:spMkLst>
            <pc:docMk/>
            <pc:sldMk cId="0" sldId="273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3T08:59:29.758" v="763" actId="20577"/>
          <ac:spMkLst>
            <pc:docMk/>
            <pc:sldMk cId="0" sldId="273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3T09:00:42.449" v="780"/>
          <ac:spMkLst>
            <pc:docMk/>
            <pc:sldMk cId="0" sldId="273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3T10:21:04.523" v="1251" actId="20577"/>
          <ac:spMkLst>
            <pc:docMk/>
            <pc:sldMk cId="0" sldId="273"/>
            <ac:spMk id="18" creationId="{16C898BF-E544-3A3A-F1C6-FD6EA5BEBE3E}"/>
          </ac:spMkLst>
        </pc:spChg>
        <pc:grpChg chg="add del">
          <ac:chgData name="Jean-Yves Vuillequez" userId="e7fac481abea6bd0" providerId="LiveId" clId="{79E365E8-22BC-4EC2-9606-9A9AC6CD1D22}" dt="2026-02-14T14:05:34.885" v="1369" actId="478"/>
          <ac:grpSpMkLst>
            <pc:docMk/>
            <pc:sldMk cId="0" sldId="273"/>
            <ac:grpSpMk id="13" creationId="{C68D3C11-FF4A-152A-15F7-5496E4E77F38}"/>
          </ac:grpSpMkLst>
        </pc:grpChg>
      </pc:sldChg>
      <pc:sldChg chg="addSp delSp modSp mod delAnim modAnim modNotesTx">
        <pc:chgData name="Jean-Yves Vuillequez" userId="e7fac481abea6bd0" providerId="LiveId" clId="{79E365E8-22BC-4EC2-9606-9A9AC6CD1D22}" dt="2026-02-14T14:34:47.095" v="1608" actId="20577"/>
        <pc:sldMkLst>
          <pc:docMk/>
          <pc:sldMk cId="1821755839" sldId="274"/>
        </pc:sldMkLst>
        <pc:spChg chg="mod">
          <ac:chgData name="Jean-Yves Vuillequez" userId="e7fac481abea6bd0" providerId="LiveId" clId="{79E365E8-22BC-4EC2-9606-9A9AC6CD1D22}" dt="2026-02-14T13:55:59.897" v="1329" actId="164"/>
          <ac:spMkLst>
            <pc:docMk/>
            <pc:sldMk cId="1821755839" sldId="274"/>
            <ac:spMk id="3" creationId="{33B23519-5EFA-F17A-CAA2-6EF8A191B3CD}"/>
          </ac:spMkLst>
        </pc:spChg>
        <pc:spChg chg="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5" creationId="{564CE1A9-869C-774B-0E58-18DB76A3FCD2}"/>
          </ac:spMkLst>
        </pc:spChg>
        <pc:spChg chg="add mod">
          <ac:chgData name="Jean-Yves Vuillequez" userId="e7fac481abea6bd0" providerId="LiveId" clId="{79E365E8-22BC-4EC2-9606-9A9AC6CD1D22}" dt="2026-02-14T13:55:59.897" v="1329" actId="164"/>
          <ac:spMkLst>
            <pc:docMk/>
            <pc:sldMk cId="1821755839" sldId="274"/>
            <ac:spMk id="9" creationId="{64F9F1A5-8DFA-C4D6-D9C6-558B6A625216}"/>
          </ac:spMkLst>
        </pc:spChg>
        <pc:spChg chg="add mod">
          <ac:chgData name="Jean-Yves Vuillequez" userId="e7fac481abea6bd0" providerId="LiveId" clId="{79E365E8-22BC-4EC2-9606-9A9AC6CD1D22}" dt="2026-02-14T13:55:59.897" v="1329" actId="164"/>
          <ac:spMkLst>
            <pc:docMk/>
            <pc:sldMk cId="1821755839" sldId="274"/>
            <ac:spMk id="13" creationId="{C5AB8D59-6F7D-6B3A-876B-E5C07C89454A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23" creationId="{14BA37FE-DD89-0B23-6089-5FD37763331C}"/>
          </ac:spMkLst>
        </pc:spChg>
        <pc:spChg chg="mod topLvl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31" creationId="{6F47604A-F072-9B2B-A28D-D050592AE8FB}"/>
          </ac:spMkLst>
        </pc:spChg>
        <pc:spChg chg="del mod topLvl">
          <ac:chgData name="Jean-Yves Vuillequez" userId="e7fac481abea6bd0" providerId="LiveId" clId="{79E365E8-22BC-4EC2-9606-9A9AC6CD1D22}" dt="2026-02-13T08:39:11.730" v="344" actId="478"/>
          <ac:spMkLst>
            <pc:docMk/>
            <pc:sldMk cId="1821755839" sldId="274"/>
            <ac:spMk id="32" creationId="{746A74A5-8390-A9B2-0686-BA8885C4CDA4}"/>
          </ac:spMkLst>
        </pc:spChg>
        <pc:spChg chg="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39" creationId="{AEAEB6F6-E6B3-2BA6-860A-9983C6A790DD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6" creationId="{E433E364-4228-6856-536E-34873F6A6DC3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7" creationId="{481D51B6-7D43-7926-6891-407782B836DE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8" creationId="{FE31E2F0-6B8A-B0EE-9044-0597F28AE28A}"/>
          </ac:spMkLst>
        </pc:spChg>
        <pc:spChg chg="mod topLvl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9" creationId="{8486A803-5325-E4EE-E6D1-9C2310E9372C}"/>
          </ac:spMkLst>
        </pc:spChg>
        <pc:spChg chg="mod topLvl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50" creationId="{D45817E9-F26B-F5AC-E969-2DB4F41AE334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52" creationId="{7A45A31B-42CC-CB8B-442E-3576FB243381}"/>
          </ac:spMkLst>
        </pc:spChg>
        <pc:spChg chg="mod topLvl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53" creationId="{CF1F8123-FC2A-EF28-8139-FC1D62216C5F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4" creationId="{3E4E5C19-19D1-7DB3-6126-771BB460CA7E}"/>
          </ac:spMkLst>
        </pc:spChg>
        <pc:spChg chg="mod topLvl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5" creationId="{C4EB1607-BC4B-15A3-0324-3D29B9154D63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6" creationId="{34BB09D2-59B3-0F52-1024-4F32B01B2F53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7" creationId="{685F5B80-27B1-45A6-3DF8-0CF7271056CC}"/>
          </ac:spMkLst>
        </pc:spChg>
        <pc:spChg chg="del mod topLv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58" creationId="{42C67AD7-C645-5367-3E47-6D6A996C5FE8}"/>
          </ac:spMkLst>
        </pc:spChg>
        <pc:spChg chg="de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69" creationId="{B85D8442-0D2E-AD63-523E-6F120E99781A}"/>
          </ac:spMkLst>
        </pc:spChg>
        <pc:spChg chg="de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70" creationId="{78E1D7E3-9E06-E6A5-253E-A6CE2A2F1050}"/>
          </ac:spMkLst>
        </pc:spChg>
        <pc:spChg chg="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72" creationId="{860A4D78-736B-6187-48BA-98841BDF3933}"/>
          </ac:spMkLst>
        </pc:spChg>
        <pc:spChg chg="de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73" creationId="{33C41871-317D-BA64-26E2-EBEE7A51AE73}"/>
          </ac:spMkLst>
        </pc:spChg>
        <pc:spChg chg="del">
          <ac:chgData name="Jean-Yves Vuillequez" userId="e7fac481abea6bd0" providerId="LiveId" clId="{79E365E8-22BC-4EC2-9606-9A9AC6CD1D22}" dt="2026-02-13T08:31:43.983" v="210" actId="478"/>
          <ac:spMkLst>
            <pc:docMk/>
            <pc:sldMk cId="1821755839" sldId="274"/>
            <ac:spMk id="76" creationId="{0137AD1F-A369-4FCE-AD69-964680B420B5}"/>
          </ac:spMkLst>
        </pc:spChg>
        <pc:spChg chg="del mod topLvl">
          <ac:chgData name="Jean-Yves Vuillequez" userId="e7fac481abea6bd0" providerId="LiveId" clId="{79E365E8-22BC-4EC2-9606-9A9AC6CD1D22}" dt="2026-02-13T08:30:08.104" v="141" actId="478"/>
          <ac:spMkLst>
            <pc:docMk/>
            <pc:sldMk cId="1821755839" sldId="274"/>
            <ac:spMk id="79" creationId="{61FAC2B4-497C-99AF-7507-9699F89C2CB8}"/>
          </ac:spMkLst>
        </pc:spChg>
        <pc:spChg chg="add mod or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98" creationId="{DC03F088-F580-351B-D5FE-5AE0A2FB4E6B}"/>
          </ac:spMkLst>
        </pc:spChg>
        <pc:spChg chg="del mod topLvl">
          <ac:chgData name="Jean-Yves Vuillequez" userId="e7fac481abea6bd0" providerId="LiveId" clId="{79E365E8-22BC-4EC2-9606-9A9AC6CD1D22}" dt="2026-02-13T08:31:56.978" v="216" actId="478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112" creationId="{AD07C0C2-29F2-C798-AE29-8343FB635B5B}"/>
          </ac:spMkLst>
        </pc:spChg>
        <pc:spChg chg="mod topLvl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1074" creationId="{4162FACA-EA89-9D97-B392-632929E9443D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6-02-14T13:56:17.616" v="1331" actId="164"/>
          <ac:grpSpMkLst>
            <pc:docMk/>
            <pc:sldMk cId="1821755839" sldId="274"/>
            <ac:grpSpMk id="7" creationId="{DBB90402-3D1D-991F-9330-0A51CBF8C0D4}"/>
          </ac:grpSpMkLst>
        </pc:grpChg>
        <pc:grpChg chg="add mod">
          <ac:chgData name="Jean-Yves Vuillequez" userId="e7fac481abea6bd0" providerId="LiveId" clId="{79E365E8-22BC-4EC2-9606-9A9AC6CD1D22}" dt="2026-02-14T13:56:17.616" v="1331" actId="164"/>
          <ac:grpSpMkLst>
            <pc:docMk/>
            <pc:sldMk cId="1821755839" sldId="274"/>
            <ac:grpSpMk id="14" creationId="{C312BDD8-DFE7-14F2-1102-CA1CF6DFB976}"/>
          </ac:grpSpMkLst>
        </pc:grpChg>
        <pc:grpChg chg="add mod">
          <ac:chgData name="Jean-Yves Vuillequez" userId="e7fac481abea6bd0" providerId="LiveId" clId="{79E365E8-22BC-4EC2-9606-9A9AC6CD1D22}" dt="2026-02-14T13:58:25.107" v="1334" actId="164"/>
          <ac:grpSpMkLst>
            <pc:docMk/>
            <pc:sldMk cId="1821755839" sldId="274"/>
            <ac:grpSpMk id="15" creationId="{F0042F9D-CAB4-F2F8-EF48-EB70D2F5E683}"/>
          </ac:grpSpMkLst>
        </pc:grpChg>
        <pc:grpChg chg="del">
          <ac:chgData name="Jean-Yves Vuillequez" userId="e7fac481abea6bd0" providerId="LiveId" clId="{79E365E8-22BC-4EC2-9606-9A9AC6CD1D22}" dt="2026-02-13T08:31:24.871" v="205" actId="478"/>
          <ac:grpSpMkLst>
            <pc:docMk/>
            <pc:sldMk cId="1821755839" sldId="274"/>
            <ac:grpSpMk id="42" creationId="{ABFDE930-E8FD-AEFC-C080-0E20435636B0}"/>
          </ac:grpSpMkLst>
        </pc:grpChg>
        <pc:picChg chg="add 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8" creationId="{055C636B-537D-A701-AA90-857D3A44C126}"/>
          </ac:picMkLst>
        </pc:picChg>
        <pc:picChg chg="add 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12" creationId="{27F148E2-4FBF-942E-41DA-700170B49729}"/>
          </ac:picMkLst>
        </pc:picChg>
        <pc:picChg chg="del mod">
          <ac:chgData name="Jean-Yves Vuillequez" userId="e7fac481abea6bd0" providerId="LiveId" clId="{79E365E8-22BC-4EC2-9606-9A9AC6CD1D22}" dt="2026-02-13T08:29:56.186" v="139" actId="478"/>
          <ac:picMkLst>
            <pc:docMk/>
            <pc:sldMk cId="1821755839" sldId="274"/>
            <ac:picMk id="20" creationId="{9F92FB23-9D37-AEB9-493C-1E3DAE1913D2}"/>
          </ac:picMkLst>
        </pc:picChg>
        <pc:picChg chg="mod">
          <ac:chgData name="Jean-Yves Vuillequez" userId="e7fac481abea6bd0" providerId="LiveId" clId="{79E365E8-22BC-4EC2-9606-9A9AC6CD1D22}" dt="2026-02-13T08:35:32.569" v="269" actId="1076"/>
          <ac:picMkLst>
            <pc:docMk/>
            <pc:sldMk cId="1821755839" sldId="274"/>
            <ac:picMk id="43" creationId="{A31CCBD7-31A9-6123-B61B-FB210F650877}"/>
          </ac:picMkLst>
        </pc:picChg>
        <pc:picChg chg="mod">
          <ac:chgData name="Jean-Yves Vuillequez" userId="e7fac481abea6bd0" providerId="LiveId" clId="{79E365E8-22BC-4EC2-9606-9A9AC6CD1D22}" dt="2026-02-14T13:59:20.239" v="1341" actId="164"/>
          <ac:picMkLst>
            <pc:docMk/>
            <pc:sldMk cId="1821755839" sldId="274"/>
            <ac:picMk id="51" creationId="{054FB5AB-F043-1139-CFA8-44C9034D1153}"/>
          </ac:picMkLst>
        </pc:picChg>
        <pc:picChg chg="del mod">
          <ac:chgData name="Jean-Yves Vuillequez" userId="e7fac481abea6bd0" providerId="LiveId" clId="{79E365E8-22BC-4EC2-9606-9A9AC6CD1D22}" dt="2026-02-13T08:31:43.259" v="209" actId="478"/>
          <ac:picMkLst>
            <pc:docMk/>
            <pc:sldMk cId="1821755839" sldId="274"/>
            <ac:picMk id="62" creationId="{C5C7BA9B-2B99-4B7A-7436-5F82DE29B981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65" creationId="{976AB5B9-1D61-B29C-C9DE-9051A31E8E27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68" creationId="{6A1FE08D-DF15-8940-EAA5-98ED76914736}"/>
          </ac:picMkLst>
        </pc:picChg>
        <pc:picChg chg="del">
          <ac:chgData name="Jean-Yves Vuillequez" userId="e7fac481abea6bd0" providerId="LiveId" clId="{79E365E8-22BC-4EC2-9606-9A9AC6CD1D22}" dt="2026-02-13T08:29:57.200" v="140" actId="478"/>
          <ac:picMkLst>
            <pc:docMk/>
            <pc:sldMk cId="1821755839" sldId="274"/>
            <ac:picMk id="80" creationId="{FEC09453-8329-B943-E8CD-D18A9746E3DE}"/>
          </ac:picMkLst>
        </pc:picChg>
        <pc:picChg chg="del">
          <ac:chgData name="Jean-Yves Vuillequez" userId="e7fac481abea6bd0" providerId="LiveId" clId="{79E365E8-22BC-4EC2-9606-9A9AC6CD1D22}" dt="2026-02-13T08:31:56.978" v="216" actId="478"/>
          <ac:picMkLst>
            <pc:docMk/>
            <pc:sldMk cId="1821755839" sldId="274"/>
            <ac:picMk id="107" creationId="{9E201599-7D6B-4671-395A-AB9C1CE55DB4}"/>
          </ac:picMkLst>
        </pc:picChg>
        <pc:picChg chg="mod">
          <ac:chgData name="Jean-Yves Vuillequez" userId="e7fac481abea6bd0" providerId="LiveId" clId="{79E365E8-22BC-4EC2-9606-9A9AC6CD1D22}" dt="2026-02-14T13:58:25.107" v="1334" actId="164"/>
          <ac:picMkLst>
            <pc:docMk/>
            <pc:sldMk cId="1821755839" sldId="274"/>
            <ac:picMk id="116" creationId="{B7DCCBAF-8A38-3C4F-0798-30A393D5D283}"/>
          </ac:picMkLst>
        </pc:picChg>
        <pc:picChg chg="mod">
          <ac:chgData name="Jean-Yves Vuillequez" userId="e7fac481abea6bd0" providerId="LiveId" clId="{79E365E8-22BC-4EC2-9606-9A9AC6CD1D22}" dt="2026-02-14T13:58:25.107" v="1334" actId="164"/>
          <ac:picMkLst>
            <pc:docMk/>
            <pc:sldMk cId="1821755839" sldId="274"/>
            <ac:picMk id="117" creationId="{B3747ED9-0378-A202-7151-54782D96CF66}"/>
          </ac:picMkLst>
        </pc:picChg>
        <pc:picChg chg="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127" creationId="{0DF6E305-58E0-10D9-0E90-7E26126193AF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1026" creationId="{923FE2F2-F305-A7CE-975B-2A2BA912E4B7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1028" creationId="{D0C03EA7-EAD6-1A33-21AE-920B9121582F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1030" creationId="{2941D76B-6840-C572-907F-F3680B66EBF7}"/>
          </ac:picMkLst>
        </pc:picChg>
        <pc:picChg chg="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1033" creationId="{FD816D59-77CA-1E04-DAC5-C8410FAC6198}"/>
          </ac:picMkLst>
        </pc:picChg>
        <pc:picChg chg="mod">
          <ac:chgData name="Jean-Yves Vuillequez" userId="e7fac481abea6bd0" providerId="LiveId" clId="{79E365E8-22BC-4EC2-9606-9A9AC6CD1D22}" dt="2026-02-14T13:59:20.239" v="1341" actId="164"/>
          <ac:picMkLst>
            <pc:docMk/>
            <pc:sldMk cId="1821755839" sldId="274"/>
            <ac:picMk id="1034" creationId="{748B16F9-6C53-91C1-4712-424BF6CE8989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1036" creationId="{135630BC-F5F0-17C1-438A-A312C16997F8}"/>
          </ac:picMkLst>
        </pc:picChg>
        <pc:picChg chg="mod">
          <ac:chgData name="Jean-Yves Vuillequez" userId="e7fac481abea6bd0" providerId="LiveId" clId="{79E365E8-22BC-4EC2-9606-9A9AC6CD1D22}" dt="2026-02-14T13:59:09.481" v="1339" actId="164"/>
          <ac:picMkLst>
            <pc:docMk/>
            <pc:sldMk cId="1821755839" sldId="274"/>
            <ac:picMk id="1038" creationId="{1B3822DD-A0E9-A37F-0DE9-40781F1C3DF4}"/>
          </ac:picMkLst>
        </pc:picChg>
        <pc:picChg chg="mod">
          <ac:chgData name="Jean-Yves Vuillequez" userId="e7fac481abea6bd0" providerId="LiveId" clId="{79E365E8-22BC-4EC2-9606-9A9AC6CD1D22}" dt="2026-02-14T14:02:12.109" v="1343" actId="164"/>
          <ac:picMkLst>
            <pc:docMk/>
            <pc:sldMk cId="1821755839" sldId="274"/>
            <ac:picMk id="2052" creationId="{FCCA093A-E48A-7B59-31BE-E1F8F80AD69D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2054" creationId="{A2294E8E-D08B-505D-5B9D-D8788A9CD32B}"/>
          </ac:picMkLst>
        </pc:picChg>
        <pc:cxnChg chg="mod">
          <ac:chgData name="Jean-Yves Vuillequez" userId="e7fac481abea6bd0" providerId="LiveId" clId="{79E365E8-22BC-4EC2-9606-9A9AC6CD1D22}" dt="2026-02-14T13:55:59.897" v="1329" actId="164"/>
          <ac:cxnSpMkLst>
            <pc:docMk/>
            <pc:sldMk cId="1821755839" sldId="274"/>
            <ac:cxnSpMk id="6" creationId="{804A8FE7-27C3-4C54-36F8-6A8C0900C5DA}"/>
          </ac:cxnSpMkLst>
        </pc:cxnChg>
        <pc:cxnChg chg="mod">
          <ac:chgData name="Jean-Yves Vuillequez" userId="e7fac481abea6bd0" providerId="LiveId" clId="{79E365E8-22BC-4EC2-9606-9A9AC6CD1D22}" dt="2026-02-14T13:55:59.897" v="1329" actId="164"/>
          <ac:cxnSpMkLst>
            <pc:docMk/>
            <pc:sldMk cId="1821755839" sldId="274"/>
            <ac:cxnSpMk id="10" creationId="{A34EFFD9-2B7F-223F-36C3-4CCC46291479}"/>
          </ac:cxnSpMkLst>
        </pc:cxnChg>
        <pc:cxnChg chg="mod">
          <ac:chgData name="Jean-Yves Vuillequez" userId="e7fac481abea6bd0" providerId="LiveId" clId="{79E365E8-22BC-4EC2-9606-9A9AC6CD1D22}" dt="2026-02-13T08:34:13.676" v="257" actId="14100"/>
          <ac:cxnSpMkLst>
            <pc:docMk/>
            <pc:sldMk cId="1821755839" sldId="274"/>
            <ac:cxnSpMk id="11" creationId="{D8A48580-543E-68C9-355D-6C2F58EACB96}"/>
          </ac:cxnSpMkLst>
        </pc:cxnChg>
        <pc:cxnChg chg="del mod">
          <ac:chgData name="Jean-Yves Vuillequez" userId="e7fac481abea6bd0" providerId="LiveId" clId="{79E365E8-22BC-4EC2-9606-9A9AC6CD1D22}" dt="2026-02-13T08:33:30.864" v="253" actId="478"/>
          <ac:cxnSpMkLst>
            <pc:docMk/>
            <pc:sldMk cId="1821755839" sldId="274"/>
            <ac:cxnSpMk id="17" creationId="{E363E85D-958E-F6A6-C279-98695543B49C}"/>
          </ac:cxnSpMkLst>
        </pc:cxnChg>
        <pc:cxnChg chg="mod">
          <ac:chgData name="Jean-Yves Vuillequez" userId="e7fac481abea6bd0" providerId="LiveId" clId="{79E365E8-22BC-4EC2-9606-9A9AC6CD1D22}" dt="2026-02-13T08:34:09.341" v="256" actId="14100"/>
          <ac:cxnSpMkLst>
            <pc:docMk/>
            <pc:sldMk cId="1821755839" sldId="274"/>
            <ac:cxnSpMk id="19" creationId="{7965C0EE-9642-2EA9-734C-AF9138078030}"/>
          </ac:cxnSpMkLst>
        </pc:cxnChg>
        <pc:cxnChg chg="del mod">
          <ac:chgData name="Jean-Yves Vuillequez" userId="e7fac481abea6bd0" providerId="LiveId" clId="{79E365E8-22BC-4EC2-9606-9A9AC6CD1D22}" dt="2026-02-13T08:30:09.085" v="142" actId="478"/>
          <ac:cxnSpMkLst>
            <pc:docMk/>
            <pc:sldMk cId="1821755839" sldId="274"/>
            <ac:cxnSpMk id="24" creationId="{9AD6B91C-AEA0-8BCF-42B4-76BEC72FDE00}"/>
          </ac:cxnSpMkLst>
        </pc:cxnChg>
        <pc:cxnChg chg="mod">
          <ac:chgData name="Jean-Yves Vuillequez" userId="e7fac481abea6bd0" providerId="LiveId" clId="{79E365E8-22BC-4EC2-9606-9A9AC6CD1D22}" dt="2026-02-14T13:56:17.616" v="1331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del mod">
          <ac:chgData name="Jean-Yves Vuillequez" userId="e7fac481abea6bd0" providerId="LiveId" clId="{79E365E8-22BC-4EC2-9606-9A9AC6CD1D22}" dt="2026-02-14T13:58:25.107" v="1334" actId="164"/>
          <ac:cxnSpMkLst>
            <pc:docMk/>
            <pc:sldMk cId="1821755839" sldId="274"/>
            <ac:cxnSpMk id="29" creationId="{2F5C326A-12BF-B849-9176-2CB67D7A7ED9}"/>
          </ac:cxnSpMkLst>
        </pc:cxnChg>
        <pc:cxnChg chg="add del mod">
          <ac:chgData name="Jean-Yves Vuillequez" userId="e7fac481abea6bd0" providerId="LiveId" clId="{79E365E8-22BC-4EC2-9606-9A9AC6CD1D22}" dt="2026-02-13T08:36:10.282" v="275" actId="478"/>
          <ac:cxnSpMkLst>
            <pc:docMk/>
            <pc:sldMk cId="1821755839" sldId="274"/>
            <ac:cxnSpMk id="81" creationId="{FC76976E-C367-0F5C-901A-FBD9A8781F4A}"/>
          </ac:cxnSpMkLst>
        </pc:cxnChg>
        <pc:cxnChg chg="mod">
          <ac:chgData name="Jean-Yves Vuillequez" userId="e7fac481abea6bd0" providerId="LiveId" clId="{79E365E8-22BC-4EC2-9606-9A9AC6CD1D22}" dt="2026-02-13T09:38:54.774" v="1171" actId="14100"/>
          <ac:cxnSpMkLst>
            <pc:docMk/>
            <pc:sldMk cId="1821755839" sldId="274"/>
            <ac:cxnSpMk id="84" creationId="{9FB5173D-B04A-5921-8DF1-AA3A6807A99D}"/>
          </ac:cxnSpMkLst>
        </pc:cxnChg>
        <pc:cxnChg chg="add del mod">
          <ac:chgData name="Jean-Yves Vuillequez" userId="e7fac481abea6bd0" providerId="LiveId" clId="{79E365E8-22BC-4EC2-9606-9A9AC6CD1D22}" dt="2026-02-13T08:39:40.939" v="350" actId="478"/>
          <ac:cxnSpMkLst>
            <pc:docMk/>
            <pc:sldMk cId="1821755839" sldId="274"/>
            <ac:cxnSpMk id="100" creationId="{0EE1CCCA-C07E-48C1-C999-B9450B020818}"/>
          </ac:cxnSpMkLst>
        </pc:cxnChg>
        <pc:cxnChg chg="del">
          <ac:chgData name="Jean-Yves Vuillequez" userId="e7fac481abea6bd0" providerId="LiveId" clId="{79E365E8-22BC-4EC2-9606-9A9AC6CD1D22}" dt="2026-02-13T08:39:22.362" v="346" actId="478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6-02-13T08:40:21.119" v="354" actId="1582"/>
          <ac:cxnSpMkLst>
            <pc:docMk/>
            <pc:sldMk cId="1821755839" sldId="274"/>
            <ac:cxnSpMk id="115" creationId="{1267B070-CF6F-C2A5-B016-B08943C892F5}"/>
          </ac:cxnSpMkLst>
        </pc:cxnChg>
        <pc:cxnChg chg="add mod">
          <ac:chgData name="Jean-Yves Vuillequez" userId="e7fac481abea6bd0" providerId="LiveId" clId="{79E365E8-22BC-4EC2-9606-9A9AC6CD1D22}" dt="2026-02-13T08:41:08.575" v="363" actId="108"/>
          <ac:cxnSpMkLst>
            <pc:docMk/>
            <pc:sldMk cId="1821755839" sldId="274"/>
            <ac:cxnSpMk id="119" creationId="{E97E0388-36EE-975B-25B8-E036BF3C150B}"/>
          </ac:cxnSpMkLst>
        </pc:cxnChg>
        <pc:cxnChg chg="add del mod">
          <ac:chgData name="Jean-Yves Vuillequez" userId="e7fac481abea6bd0" providerId="LiveId" clId="{79E365E8-22BC-4EC2-9606-9A9AC6CD1D22}" dt="2026-02-13T09:15:34.578" v="875" actId="478"/>
          <ac:cxnSpMkLst>
            <pc:docMk/>
            <pc:sldMk cId="1821755839" sldId="274"/>
            <ac:cxnSpMk id="124" creationId="{A7B5573C-DF75-7438-CE39-C65DB3BE03CB}"/>
          </ac:cxnSpMkLst>
        </pc:cxnChg>
        <pc:cxnChg chg="add mod">
          <ac:chgData name="Jean-Yves Vuillequez" userId="e7fac481abea6bd0" providerId="LiveId" clId="{79E365E8-22BC-4EC2-9606-9A9AC6CD1D22}" dt="2026-02-13T09:15:50.778" v="879" actId="208"/>
          <ac:cxnSpMkLst>
            <pc:docMk/>
            <pc:sldMk cId="1821755839" sldId="274"/>
            <ac:cxnSpMk id="126" creationId="{1B5C4A46-BA60-0270-5319-66310D068110}"/>
          </ac:cxnSpMkLst>
        </pc:cxnChg>
        <pc:cxnChg chg="mod">
          <ac:chgData name="Jean-Yves Vuillequez" userId="e7fac481abea6bd0" providerId="LiveId" clId="{79E365E8-22BC-4EC2-9606-9A9AC6CD1D22}" dt="2026-02-13T08:38:29.167" v="304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mod">
          <ac:chgData name="Jean-Yves Vuillequez" userId="e7fac481abea6bd0" providerId="LiveId" clId="{79E365E8-22BC-4EC2-9606-9A9AC6CD1D22}" dt="2026-02-13T08:40:31.850" v="355" actId="108"/>
          <ac:cxnSpMkLst>
            <pc:docMk/>
            <pc:sldMk cId="1821755839" sldId="274"/>
            <ac:cxnSpMk id="1046" creationId="{F59A3777-3D90-7CA7-F89E-8874DA5F6283}"/>
          </ac:cxnSpMkLst>
        </pc:cxnChg>
        <pc:cxnChg chg="del mod">
          <ac:chgData name="Jean-Yves Vuillequez" userId="e7fac481abea6bd0" providerId="LiveId" clId="{79E365E8-22BC-4EC2-9606-9A9AC6CD1D22}" dt="2026-02-13T08:40:43.996" v="357" actId="478"/>
          <ac:cxnSpMkLst>
            <pc:docMk/>
            <pc:sldMk cId="1821755839" sldId="274"/>
            <ac:cxnSpMk id="1062" creationId="{0CF073E9-1859-B299-0281-F152BD635678}"/>
          </ac:cxnSpMkLst>
        </pc:cxnChg>
        <pc:cxnChg chg="mod">
          <ac:chgData name="Jean-Yves Vuillequez" userId="e7fac481abea6bd0" providerId="LiveId" clId="{79E365E8-22BC-4EC2-9606-9A9AC6CD1D22}" dt="2026-02-13T08:40:34.402" v="356" actId="108"/>
          <ac:cxnSpMkLst>
            <pc:docMk/>
            <pc:sldMk cId="1821755839" sldId="274"/>
            <ac:cxnSpMk id="1068" creationId="{3FF98031-1DCE-7770-7F38-10F134A37AB2}"/>
          </ac:cxnSpMkLst>
        </pc:cxnChg>
        <pc:cxnChg chg="del mod">
          <ac:chgData name="Jean-Yves Vuillequez" userId="e7fac481abea6bd0" providerId="LiveId" clId="{79E365E8-22BC-4EC2-9606-9A9AC6CD1D22}" dt="2026-02-13T08:41:19.290" v="365" actId="478"/>
          <ac:cxnSpMkLst>
            <pc:docMk/>
            <pc:sldMk cId="1821755839" sldId="274"/>
            <ac:cxnSpMk id="1075" creationId="{EB70B985-2508-613E-3824-FAD3BB6966AC}"/>
          </ac:cxnSpMkLst>
        </pc:cxnChg>
      </pc:sldChg>
      <pc:sldChg chg="modSp mod">
        <pc:chgData name="Jean-Yves Vuillequez" userId="e7fac481abea6bd0" providerId="LiveId" clId="{79E365E8-22BC-4EC2-9606-9A9AC6CD1D22}" dt="2026-02-13T10:11:14.523" v="1238" actId="20577"/>
        <pc:sldMkLst>
          <pc:docMk/>
          <pc:sldMk cId="4088050223" sldId="275"/>
        </pc:sldMkLst>
        <pc:spChg chg="mod">
          <ac:chgData name="Jean-Yves Vuillequez" userId="e7fac481abea6bd0" providerId="LiveId" clId="{79E365E8-22BC-4EC2-9606-9A9AC6CD1D22}" dt="2026-02-13T10:11:14.523" v="1238" actId="20577"/>
          <ac:spMkLst>
            <pc:docMk/>
            <pc:sldMk cId="4088050223" sldId="275"/>
            <ac:spMk id="4" creationId="{9EF8D937-D220-A74B-8191-12E681FE1A08}"/>
          </ac:spMkLst>
        </pc:spChg>
      </pc:sldChg>
      <pc:sldChg chg="addSp delSp modSp add mod modNotesTx">
        <pc:chgData name="Jean-Yves Vuillequez" userId="e7fac481abea6bd0" providerId="LiveId" clId="{79E365E8-22BC-4EC2-9606-9A9AC6CD1D22}" dt="2026-02-14T14:44:50.074" v="1746"/>
        <pc:sldMkLst>
          <pc:docMk/>
          <pc:sldMk cId="1145705647" sldId="276"/>
        </pc:sldMkLst>
        <pc:spChg chg="add mod">
          <ac:chgData name="Jean-Yves Vuillequez" userId="e7fac481abea6bd0" providerId="LiveId" clId="{79E365E8-22BC-4EC2-9606-9A9AC6CD1D22}" dt="2026-02-14T14:44:50.074" v="1746"/>
          <ac:spMkLst>
            <pc:docMk/>
            <pc:sldMk cId="1145705647" sldId="276"/>
            <ac:spMk id="2" creationId="{F0371228-CF33-F884-5AC0-C326F274EBC7}"/>
          </ac:spMkLst>
        </pc:spChg>
        <pc:spChg chg="mod">
          <ac:chgData name="Jean-Yves Vuillequez" userId="e7fac481abea6bd0" providerId="LiveId" clId="{79E365E8-22BC-4EC2-9606-9A9AC6CD1D22}" dt="2026-02-14T14:08:30.171" v="1379" actId="20577"/>
          <ac:spMkLst>
            <pc:docMk/>
            <pc:sldMk cId="1145705647" sldId="276"/>
            <ac:spMk id="4" creationId="{35334BC7-7CE9-9006-FA04-F168399E6CE1}"/>
          </ac:spMkLst>
        </pc:spChg>
        <pc:spChg chg="mod">
          <ac:chgData name="Jean-Yves Vuillequez" userId="e7fac481abea6bd0" providerId="LiveId" clId="{79E365E8-22BC-4EC2-9606-9A9AC6CD1D22}" dt="2026-02-13T08:48:56.977" v="730" actId="20577"/>
          <ac:spMkLst>
            <pc:docMk/>
            <pc:sldMk cId="1145705647" sldId="276"/>
            <ac:spMk id="68" creationId="{373F4759-A2CD-EDAF-80BD-3BC77DD2BFBB}"/>
          </ac:spMkLst>
        </pc:spChg>
        <pc:picChg chg="add mod modCrop">
          <ac:chgData name="Jean-Yves Vuillequez" userId="e7fac481abea6bd0" providerId="LiveId" clId="{79E365E8-22BC-4EC2-9606-9A9AC6CD1D22}" dt="2026-02-13T09:20:18.523" v="918" actId="732"/>
          <ac:picMkLst>
            <pc:docMk/>
            <pc:sldMk cId="1145705647" sldId="276"/>
            <ac:picMk id="5" creationId="{4EB7F8CD-546E-CADC-8391-0D9C99C54CDD}"/>
          </ac:picMkLst>
        </pc:picChg>
        <pc:picChg chg="add mod">
          <ac:chgData name="Jean-Yves Vuillequez" userId="e7fac481abea6bd0" providerId="LiveId" clId="{79E365E8-22BC-4EC2-9606-9A9AC6CD1D22}" dt="2026-02-13T09:20:20.398" v="919" actId="1076"/>
          <ac:picMkLst>
            <pc:docMk/>
            <pc:sldMk cId="1145705647" sldId="276"/>
            <ac:picMk id="7" creationId="{557275E3-16F4-A0C6-D032-B9431F2D2C82}"/>
          </ac:picMkLst>
        </pc:picChg>
        <pc:picChg chg="add del mod">
          <ac:chgData name="Jean-Yves Vuillequez" userId="e7fac481abea6bd0" providerId="LiveId" clId="{79E365E8-22BC-4EC2-9606-9A9AC6CD1D22}" dt="2026-02-13T09:19:51.924" v="908" actId="478"/>
          <ac:picMkLst>
            <pc:docMk/>
            <pc:sldMk cId="1145705647" sldId="276"/>
            <ac:picMk id="9" creationId="{6DD6E345-0239-25F7-2B2F-84F941B154C3}"/>
          </ac:picMkLst>
        </pc:picChg>
        <pc:picChg chg="add mod">
          <ac:chgData name="Jean-Yves Vuillequez" userId="e7fac481abea6bd0" providerId="LiveId" clId="{79E365E8-22BC-4EC2-9606-9A9AC6CD1D22}" dt="2026-02-13T09:20:22.597" v="920" actId="1076"/>
          <ac:picMkLst>
            <pc:docMk/>
            <pc:sldMk cId="1145705647" sldId="276"/>
            <ac:picMk id="11" creationId="{5C45AD1C-D185-F954-A183-6A9B1E7EC213}"/>
          </ac:picMkLst>
        </pc:picChg>
        <pc:cxnChg chg="add mod">
          <ac:chgData name="Jean-Yves Vuillequez" userId="e7fac481abea6bd0" providerId="LiveId" clId="{79E365E8-22BC-4EC2-9606-9A9AC6CD1D22}" dt="2026-02-14T14:44:50.074" v="1746"/>
          <ac:cxnSpMkLst>
            <pc:docMk/>
            <pc:sldMk cId="1145705647" sldId="276"/>
            <ac:cxnSpMk id="6" creationId="{E0B5A041-AC5D-5DBA-1D86-061A0B5A076F}"/>
          </ac:cxnSpMkLst>
        </pc:cxnChg>
      </pc:sldChg>
      <pc:sldChg chg="addSp delSp modSp add mod">
        <pc:chgData name="Jean-Yves Vuillequez" userId="e7fac481abea6bd0" providerId="LiveId" clId="{79E365E8-22BC-4EC2-9606-9A9AC6CD1D22}" dt="2026-02-13T09:36:41.457" v="1168" actId="21"/>
        <pc:sldMkLst>
          <pc:docMk/>
          <pc:sldMk cId="2107912005" sldId="277"/>
        </pc:sldMkLst>
        <pc:spChg chg="del">
          <ac:chgData name="Jean-Yves Vuillequez" userId="e7fac481abea6bd0" providerId="LiveId" clId="{79E365E8-22BC-4EC2-9606-9A9AC6CD1D22}" dt="2026-02-13T09:28:58.584" v="1078" actId="478"/>
          <ac:spMkLst>
            <pc:docMk/>
            <pc:sldMk cId="2107912005" sldId="277"/>
            <ac:spMk id="3" creationId="{491AAF62-E856-A4D7-0D69-0BB5A6DABEE1}"/>
          </ac:spMkLst>
        </pc:spChg>
        <pc:spChg chg="del">
          <ac:chgData name="Jean-Yves Vuillequez" userId="e7fac481abea6bd0" providerId="LiveId" clId="{79E365E8-22BC-4EC2-9606-9A9AC6CD1D22}" dt="2026-02-13T09:28:58.584" v="1078" actId="478"/>
          <ac:spMkLst>
            <pc:docMk/>
            <pc:sldMk cId="2107912005" sldId="277"/>
            <ac:spMk id="4" creationId="{CDC63EAC-20BE-C497-69CF-D34AB089BCF3}"/>
          </ac:spMkLst>
        </pc:spChg>
        <pc:spChg chg="add mod">
          <ac:chgData name="Jean-Yves Vuillequez" userId="e7fac481abea6bd0" providerId="LiveId" clId="{79E365E8-22BC-4EC2-9606-9A9AC6CD1D22}" dt="2026-02-13T09:31:33.165" v="1153"/>
          <ac:spMkLst>
            <pc:docMk/>
            <pc:sldMk cId="2107912005" sldId="277"/>
            <ac:spMk id="10" creationId="{23E6AFAA-9BC1-0914-791C-D884B954631B}"/>
          </ac:spMkLst>
        </pc:spChg>
        <pc:spChg chg="add mod">
          <ac:chgData name="Jean-Yves Vuillequez" userId="e7fac481abea6bd0" providerId="LiveId" clId="{79E365E8-22BC-4EC2-9606-9A9AC6CD1D22}" dt="2026-02-13T09:31:33.165" v="1153"/>
          <ac:spMkLst>
            <pc:docMk/>
            <pc:sldMk cId="2107912005" sldId="277"/>
            <ac:spMk id="11" creationId="{1D2FD86F-6877-09B6-1686-CCBF523EB58C}"/>
          </ac:spMkLst>
        </pc:spChg>
        <pc:spChg chg="mod">
          <ac:chgData name="Jean-Yves Vuillequez" userId="e7fac481abea6bd0" providerId="LiveId" clId="{79E365E8-22BC-4EC2-9606-9A9AC6CD1D22}" dt="2026-02-13T09:30:34.839" v="1140" actId="404"/>
          <ac:spMkLst>
            <pc:docMk/>
            <pc:sldMk cId="2107912005" sldId="277"/>
            <ac:spMk id="68" creationId="{C8E59089-9931-0EEA-4167-03A5C67E7DA0}"/>
          </ac:spMkLst>
        </pc:spChg>
        <pc:picChg chg="add del mod">
          <ac:chgData name="Jean-Yves Vuillequez" userId="e7fac481abea6bd0" providerId="LiveId" clId="{79E365E8-22BC-4EC2-9606-9A9AC6CD1D22}" dt="2026-02-13T09:28:41.935" v="1070" actId="478"/>
          <ac:picMkLst>
            <pc:docMk/>
            <pc:sldMk cId="2107912005" sldId="277"/>
            <ac:picMk id="5" creationId="{A265AAFC-644F-BD00-842E-A15CEC1FE551}"/>
          </ac:picMkLst>
        </pc:picChg>
        <pc:picChg chg="add del mod">
          <ac:chgData name="Jean-Yves Vuillequez" userId="e7fac481abea6bd0" providerId="LiveId" clId="{79E365E8-22BC-4EC2-9606-9A9AC6CD1D22}" dt="2026-02-13T09:36:41.457" v="1168" actId="21"/>
          <ac:picMkLst>
            <pc:docMk/>
            <pc:sldMk cId="2107912005" sldId="277"/>
            <ac:picMk id="7" creationId="{7E637A6D-C0E5-AC45-E631-3BF952354540}"/>
          </ac:picMkLst>
        </pc:picChg>
        <pc:picChg chg="add del mod">
          <ac:chgData name="Jean-Yves Vuillequez" userId="e7fac481abea6bd0" providerId="LiveId" clId="{79E365E8-22BC-4EC2-9606-9A9AC6CD1D22}" dt="2026-02-13T09:36:41.457" v="1168" actId="21"/>
          <ac:picMkLst>
            <pc:docMk/>
            <pc:sldMk cId="2107912005" sldId="277"/>
            <ac:picMk id="9" creationId="{1A0AB63B-555A-7D1A-20F0-9FCD1055C02B}"/>
          </ac:picMkLst>
        </pc:picChg>
        <pc:picChg chg="add mod">
          <ac:chgData name="Jean-Yves Vuillequez" userId="e7fac481abea6bd0" providerId="LiveId" clId="{79E365E8-22BC-4EC2-9606-9A9AC6CD1D22}" dt="2026-02-13T09:36:30.762" v="1166"/>
          <ac:picMkLst>
            <pc:docMk/>
            <pc:sldMk cId="2107912005" sldId="277"/>
            <ac:picMk id="13" creationId="{F3C6359D-E14F-1674-3833-509A84A27A73}"/>
          </ac:picMkLst>
        </pc:picChg>
        <pc:cxnChg chg="add mod">
          <ac:chgData name="Jean-Yves Vuillequez" userId="e7fac481abea6bd0" providerId="LiveId" clId="{79E365E8-22BC-4EC2-9606-9A9AC6CD1D22}" dt="2026-02-13T09:31:33.165" v="1153"/>
          <ac:cxnSpMkLst>
            <pc:docMk/>
            <pc:sldMk cId="2107912005" sldId="277"/>
            <ac:cxnSpMk id="12" creationId="{7D0670E8-91DF-AB3D-821A-69F5771C4A09}"/>
          </ac:cxnSpMkLst>
        </pc:cxnChg>
      </pc:sldChg>
      <pc:sldChg chg="addSp delSp modSp add mod ord">
        <pc:chgData name="Jean-Yves Vuillequez" userId="e7fac481abea6bd0" providerId="LiveId" clId="{79E365E8-22BC-4EC2-9606-9A9AC6CD1D22}" dt="2026-02-13T09:36:47.422" v="1170"/>
        <pc:sldMkLst>
          <pc:docMk/>
          <pc:sldMk cId="2756220791" sldId="278"/>
        </pc:sldMkLst>
        <pc:spChg chg="add mod">
          <ac:chgData name="Jean-Yves Vuillequez" userId="e7fac481abea6bd0" providerId="LiveId" clId="{79E365E8-22BC-4EC2-9606-9A9AC6CD1D22}" dt="2026-02-13T09:31:09.500" v="1152"/>
          <ac:spMkLst>
            <pc:docMk/>
            <pc:sldMk cId="2756220791" sldId="278"/>
            <ac:spMk id="2" creationId="{C3B9E2E9-8FB5-90C8-A5F4-876A7165890C}"/>
          </ac:spMkLst>
        </pc:spChg>
        <pc:spChg chg="add mod">
          <ac:chgData name="Jean-Yves Vuillequez" userId="e7fac481abea6bd0" providerId="LiveId" clId="{79E365E8-22BC-4EC2-9606-9A9AC6CD1D22}" dt="2026-02-13T09:31:09.500" v="1152"/>
          <ac:spMkLst>
            <pc:docMk/>
            <pc:sldMk cId="2756220791" sldId="278"/>
            <ac:spMk id="3" creationId="{B13266B3-4E2F-7172-0117-748141B391BF}"/>
          </ac:spMkLst>
        </pc:spChg>
        <pc:spChg chg="mod">
          <ac:chgData name="Jean-Yves Vuillequez" userId="e7fac481abea6bd0" providerId="LiveId" clId="{79E365E8-22BC-4EC2-9606-9A9AC6CD1D22}" dt="2026-02-13T09:30:43.214" v="1150" actId="20577"/>
          <ac:spMkLst>
            <pc:docMk/>
            <pc:sldMk cId="2756220791" sldId="278"/>
            <ac:spMk id="68" creationId="{048C2581-5A53-DCA8-30B7-62504CD1E77F}"/>
          </ac:spMkLst>
        </pc:spChg>
        <pc:picChg chg="add del mod">
          <ac:chgData name="Jean-Yves Vuillequez" userId="e7fac481abea6bd0" providerId="LiveId" clId="{79E365E8-22BC-4EC2-9606-9A9AC6CD1D22}" dt="2026-02-13T09:36:40.534" v="1167" actId="21"/>
          <ac:picMkLst>
            <pc:docMk/>
            <pc:sldMk cId="2756220791" sldId="278"/>
            <ac:picMk id="6" creationId="{F3C6359D-E14F-1674-3833-509A84A27A73}"/>
          </ac:picMkLst>
        </pc:picChg>
        <pc:picChg chg="del">
          <ac:chgData name="Jean-Yves Vuillequez" userId="e7fac481abea6bd0" providerId="LiveId" clId="{79E365E8-22BC-4EC2-9606-9A9AC6CD1D22}" dt="2026-02-13T09:30:49.671" v="1151" actId="478"/>
          <ac:picMkLst>
            <pc:docMk/>
            <pc:sldMk cId="2756220791" sldId="278"/>
            <ac:picMk id="7" creationId="{583FF643-81F8-615E-EF06-8F7175EC2F79}"/>
          </ac:picMkLst>
        </pc:picChg>
        <pc:picChg chg="add mod">
          <ac:chgData name="Jean-Yves Vuillequez" userId="e7fac481abea6bd0" providerId="LiveId" clId="{79E365E8-22BC-4EC2-9606-9A9AC6CD1D22}" dt="2026-02-13T09:36:28.002" v="1164"/>
          <ac:picMkLst>
            <pc:docMk/>
            <pc:sldMk cId="2756220791" sldId="278"/>
            <ac:picMk id="8" creationId="{7E637A6D-C0E5-AC45-E631-3BF952354540}"/>
          </ac:picMkLst>
        </pc:picChg>
        <pc:picChg chg="del">
          <ac:chgData name="Jean-Yves Vuillequez" userId="e7fac481abea6bd0" providerId="LiveId" clId="{79E365E8-22BC-4EC2-9606-9A9AC6CD1D22}" dt="2026-02-13T09:30:49.671" v="1151" actId="478"/>
          <ac:picMkLst>
            <pc:docMk/>
            <pc:sldMk cId="2756220791" sldId="278"/>
            <ac:picMk id="9" creationId="{66406FC4-4B24-FC8B-74B1-174C072EA30C}"/>
          </ac:picMkLst>
        </pc:picChg>
        <pc:picChg chg="add mod">
          <ac:chgData name="Jean-Yves Vuillequez" userId="e7fac481abea6bd0" providerId="LiveId" clId="{79E365E8-22BC-4EC2-9606-9A9AC6CD1D22}" dt="2026-02-13T09:36:28.002" v="1164"/>
          <ac:picMkLst>
            <pc:docMk/>
            <pc:sldMk cId="2756220791" sldId="278"/>
            <ac:picMk id="10" creationId="{1A0AB63B-555A-7D1A-20F0-9FCD1055C02B}"/>
          </ac:picMkLst>
        </pc:picChg>
        <pc:cxnChg chg="add mod">
          <ac:chgData name="Jean-Yves Vuillequez" userId="e7fac481abea6bd0" providerId="LiveId" clId="{79E365E8-22BC-4EC2-9606-9A9AC6CD1D22}" dt="2026-02-13T09:31:09.500" v="1152"/>
          <ac:cxnSpMkLst>
            <pc:docMk/>
            <pc:sldMk cId="2756220791" sldId="278"/>
            <ac:cxnSpMk id="4" creationId="{3A8993B1-2A30-49B2-0E27-17B0F15E320D}"/>
          </ac:cxnSpMkLst>
        </pc:cxn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Problème 1 : des retards qui engendrent des frictions et finissent par impacter la location suivante</a:t>
            </a:r>
          </a:p>
          <a:p>
            <a:r>
              <a:rPr lang="fr-FR" dirty="0"/>
              <a:t>Objectif : proposer un </a:t>
            </a:r>
            <a:r>
              <a:rPr lang="fr-FR" b="1" dirty="0"/>
              <a:t>seuil T</a:t>
            </a:r>
            <a:r>
              <a:rPr lang="fr-FR" dirty="0"/>
              <a:t> entre 2 locations, compromis incidents vs volume.”</a:t>
            </a:r>
          </a:p>
          <a:p>
            <a:r>
              <a:rPr lang="fr-FR" dirty="0"/>
              <a:t>Problème 2 : prédire le </a:t>
            </a:r>
            <a:r>
              <a:rPr lang="fr-FR" b="1" dirty="0"/>
              <a:t>prix/jour</a:t>
            </a:r>
            <a:r>
              <a:rPr lang="fr-FR" dirty="0"/>
              <a:t> à partir des caractéristiques véhicule via API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87350" indent="-228600">
              <a:buFont typeface="+mj-lt"/>
              <a:buAutoNum type="arabicPeriod"/>
            </a:pPr>
            <a:r>
              <a:rPr lang="fr-FR" b="1" dirty="0"/>
              <a:t>Cadrage : </a:t>
            </a:r>
            <a:r>
              <a:rPr lang="fr-FR" dirty="0"/>
              <a:t>KPI + périmètres </a:t>
            </a:r>
            <a:r>
              <a:rPr lang="fr-FR" b="1" dirty="0"/>
              <a:t>global vs </a:t>
            </a:r>
            <a:r>
              <a:rPr lang="fr-FR" b="1" dirty="0" err="1"/>
              <a:t>Connect</a:t>
            </a:r>
            <a:r>
              <a:rPr lang="fr-FR" b="1" dirty="0"/>
              <a:t>/Mobile</a:t>
            </a:r>
            <a:endParaRPr lang="fr-FR" dirty="0"/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Prépa/EDA : </a:t>
            </a:r>
            <a:r>
              <a:rPr lang="fr-FR" dirty="0"/>
              <a:t>filtrer ‘</a:t>
            </a:r>
            <a:r>
              <a:rPr lang="fr-FR" dirty="0" err="1"/>
              <a:t>ended</a:t>
            </a:r>
            <a:r>
              <a:rPr lang="fr-FR" dirty="0"/>
              <a:t>’, nettoyer </a:t>
            </a:r>
            <a:r>
              <a:rPr lang="fr-FR" dirty="0" err="1"/>
              <a:t>delay</a:t>
            </a:r>
            <a:r>
              <a:rPr lang="fr-FR" dirty="0"/>
              <a:t>/gap/</a:t>
            </a:r>
            <a:r>
              <a:rPr lang="fr-FR" dirty="0" err="1"/>
              <a:t>checkin_type</a:t>
            </a:r>
            <a:r>
              <a:rPr lang="fr-FR" dirty="0"/>
              <a:t>, créer variables</a:t>
            </a:r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Simulation : </a:t>
            </a:r>
            <a:r>
              <a:rPr lang="fr-FR" dirty="0"/>
              <a:t>tester T de 0 à 120, mesurer </a:t>
            </a:r>
            <a:r>
              <a:rPr lang="fr-FR" b="1" dirty="0"/>
              <a:t>cas résolus</a:t>
            </a:r>
            <a:r>
              <a:rPr lang="fr-FR" dirty="0"/>
              <a:t> vs </a:t>
            </a:r>
            <a:r>
              <a:rPr lang="fr-FR" b="1" dirty="0"/>
              <a:t>% locations affectées</a:t>
            </a:r>
            <a:endParaRPr lang="fr-FR" dirty="0"/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API : </a:t>
            </a:r>
            <a:r>
              <a:rPr lang="fr-FR" dirty="0"/>
              <a:t>modèle chargé + </a:t>
            </a:r>
            <a:r>
              <a:rPr lang="fr-FR" dirty="0" err="1"/>
              <a:t>endpoint</a:t>
            </a:r>
            <a:r>
              <a:rPr lang="fr-FR" dirty="0"/>
              <a:t> 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fr-FR" dirty="0"/>
              <a:t>, déployé sur HF</a:t>
            </a:r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Restitution : </a:t>
            </a:r>
            <a:r>
              <a:rPr lang="fr-FR" dirty="0" err="1"/>
              <a:t>dashboard</a:t>
            </a:r>
            <a:r>
              <a:rPr lang="fr-FR" dirty="0"/>
              <a:t> + recommandation de seuil + API de prédiction du prix/jour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Chaîne complète : collecte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préparation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pipeline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entraînement/</a:t>
            </a:r>
            <a:r>
              <a:rPr lang="fr-FR" dirty="0" err="1"/>
              <a:t>MLflow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API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frontend</a:t>
            </a:r>
          </a:p>
          <a:p>
            <a:r>
              <a:rPr lang="fr-FR" dirty="0"/>
              <a:t>Objectif : pas juste une analyse mais une solution utilisable end to end</a:t>
            </a:r>
          </a:p>
          <a:p>
            <a:r>
              <a:rPr lang="fr-FR" dirty="0"/>
              <a:t>Le </a:t>
            </a:r>
            <a:r>
              <a:rPr lang="fr-FR" dirty="0" err="1"/>
              <a:t>dashboard</a:t>
            </a:r>
            <a:r>
              <a:rPr lang="fr-FR" dirty="0"/>
              <a:t> consomme l’API pour la prédiction</a:t>
            </a:r>
          </a:p>
          <a:p>
            <a:r>
              <a:rPr lang="fr-FR" dirty="0"/>
              <a:t>L’utilisateur est complètement autonome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Constat : </a:t>
            </a:r>
            <a:r>
              <a:rPr lang="fr-FR" b="1" dirty="0"/>
              <a:t>Mobile</a:t>
            </a:r>
            <a:r>
              <a:rPr lang="fr-FR" dirty="0"/>
              <a:t> est plus risqué que </a:t>
            </a:r>
            <a:r>
              <a:rPr lang="fr-FR" b="1" dirty="0" err="1"/>
              <a:t>Connect</a:t>
            </a:r>
            <a:r>
              <a:rPr lang="fr-FR" dirty="0"/>
              <a:t> (impact plus élevé)</a:t>
            </a:r>
          </a:p>
          <a:p>
            <a:r>
              <a:rPr lang="fr-FR" dirty="0"/>
              <a:t>Quand T augmente : on résout plus d’incidents, mais </a:t>
            </a:r>
            <a:r>
              <a:rPr lang="fr-FR" b="1" dirty="0"/>
              <a:t>avec un plafonnement après 60–90 min</a:t>
            </a:r>
            <a:endParaRPr lang="fr-FR" dirty="0"/>
          </a:p>
          <a:p>
            <a:r>
              <a:rPr lang="fr-FR" dirty="0"/>
              <a:t>Trade-off : T réduit les incidents, mais augmente les </a:t>
            </a:r>
            <a:r>
              <a:rPr lang="fr-FR" b="1" dirty="0"/>
              <a:t>locations affectées</a:t>
            </a:r>
            <a:r>
              <a:rPr lang="fr-FR" dirty="0"/>
              <a:t> (contraintes/volume)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C49D08B-90E4-4F5F-8535-24FF2C02D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C65DDF7B-4BD8-CEF9-E9B8-0AA60AF1A3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82F6A1C-6775-0BA1-4994-B84650C86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Distribution : prix concentrés autour d’une zone centrale (100–150 /jour) + </a:t>
            </a:r>
            <a:r>
              <a:rPr lang="fr-FR" dirty="0" err="1"/>
              <a:t>outliers</a:t>
            </a:r>
            <a:endParaRPr lang="fr-FR" dirty="0"/>
          </a:p>
          <a:p>
            <a:r>
              <a:rPr lang="fr-FR" dirty="0"/>
              <a:t>Effet </a:t>
            </a:r>
            <a:r>
              <a:rPr lang="fr-FR" dirty="0" err="1"/>
              <a:t>kilimétrage</a:t>
            </a:r>
            <a:r>
              <a:rPr lang="fr-FR" dirty="0"/>
              <a:t> : plus la voiture a de kilomètres plus le </a:t>
            </a:r>
            <a:r>
              <a:rPr lang="fr-FR" b="1" dirty="0"/>
              <a:t>prix baisse</a:t>
            </a:r>
            <a:endParaRPr lang="fr-FR" dirty="0"/>
          </a:p>
          <a:p>
            <a:r>
              <a:rPr lang="fr-FR" dirty="0"/>
              <a:t>Effet puissance : </a:t>
            </a:r>
            <a:r>
              <a:rPr lang="fr-FR" dirty="0" err="1"/>
              <a:t>engine_power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</a:t>
            </a:r>
            <a:r>
              <a:rPr lang="fr-FR" b="1" dirty="0"/>
              <a:t>prix en hausse monte</a:t>
            </a:r>
            <a:r>
              <a:rPr lang="fr-FR" dirty="0"/>
              <a:t>, avec quelques haut de gamme</a:t>
            </a:r>
          </a:p>
        </p:txBody>
      </p:sp>
    </p:spTree>
    <p:extLst>
      <p:ext uri="{BB962C8B-B14F-4D97-AF65-F5344CB8AC3E}">
        <p14:creationId xmlns:p14="http://schemas.microsoft.com/office/powerpoint/2010/main" val="3394147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BCDE117-94AC-203D-6615-DC66B9D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5073E48-5C80-9B8C-0B67-071E972057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ED84D77-2D96-5BBD-9E34-6120D82776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682877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B5D7E31-F2DE-3CFF-19D3-935456EA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8549081A-A065-7636-A804-E1C54100B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DB4C953-3DB5-4F1E-9C0F-1C1430C6C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5043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jyvuillequez-mlflow-server.hf.spac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api.hf.space/docs" TargetMode="External"/><Relationship Id="rId5" Type="http://schemas.openxmlformats.org/officeDocument/2006/relationships/hyperlink" Target="https://jyvuillequez-projet-getaround-dashboard.hf.space/" TargetMode="External"/><Relationship Id="rId4" Type="http://schemas.openxmlformats.org/officeDocument/2006/relationships/hyperlink" Target="https://github.com/jyvuillequez/Bloc_05_Projet_Getaroun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dashboard.hf.space/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jyvuillequez-projet-getaround-dashboard.hf.space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api.hf.space/docs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hyperlink" Target="https://jyvuillequez-projet-getaround-dashboard.hf.space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Analysis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Deployment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55794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 err="1"/>
              <a:t>Github</a:t>
            </a:r>
            <a:r>
              <a:rPr lang="fr-FR" sz="1400" b="1" dirty="0"/>
              <a:t> repository : </a:t>
            </a:r>
            <a:r>
              <a:rPr lang="fr-FR" sz="1400" dirty="0">
                <a:hlinkClick r:id="rId4"/>
              </a:rPr>
              <a:t>https://github.com/jyvuillequez/Bloc_05_Projet_Getaround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Dashboard  : </a:t>
            </a:r>
            <a:r>
              <a:rPr lang="fr-FR" sz="1400" dirty="0">
                <a:hlinkClick r:id="rId5"/>
              </a:rPr>
              <a:t>https://jyvuillequez-projet-getaround-dashboard.hf.space</a:t>
            </a:r>
            <a:endParaRPr lang="fr-FR" sz="1400" dirty="0"/>
          </a:p>
          <a:p>
            <a:pPr marL="114300" indent="0">
              <a:spcBef>
                <a:spcPts val="1200"/>
              </a:spcBef>
              <a:buNone/>
            </a:pPr>
            <a:r>
              <a:rPr lang="fr-FR" sz="1400" b="1" dirty="0"/>
              <a:t>API  : </a:t>
            </a:r>
            <a:r>
              <a:rPr lang="fr-FR" sz="1400" dirty="0">
                <a:hlinkClick r:id="rId6"/>
              </a:rPr>
              <a:t>https://jyvuillequez-projet-getaround-api.hf.space/docs</a:t>
            </a:r>
            <a:endParaRPr lang="fr-FR" sz="1400" dirty="0"/>
          </a:p>
          <a:p>
            <a:pPr marL="114300" indent="0">
              <a:spcBef>
                <a:spcPts val="1200"/>
              </a:spcBef>
              <a:buNone/>
            </a:pPr>
            <a:r>
              <a:rPr lang="fr-FR" sz="1400" b="1" dirty="0" err="1"/>
              <a:t>Mlflow</a:t>
            </a:r>
            <a:r>
              <a:rPr lang="fr-FR" sz="1400" dirty="0"/>
              <a:t> : </a:t>
            </a:r>
            <a:r>
              <a:rPr lang="fr-FR" sz="1400" dirty="0">
                <a:hlinkClick r:id="rId7"/>
              </a:rPr>
              <a:t>https://jyvuillequez-mlflow-server.hf.space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 et enjeu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64423"/>
            <a:ext cx="7266464" cy="244355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64423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Objectifs : </a:t>
            </a:r>
          </a:p>
          <a:p>
            <a:pPr>
              <a:buSzPct val="100000"/>
            </a:pPr>
            <a:r>
              <a:rPr lang="fr-FR" sz="1400" dirty="0"/>
              <a:t>Analyse de données de location de véhicules pour réduire les frictions liées aux retards entre deux locations et industrialiser une prédiction de prix via une API</a:t>
            </a:r>
          </a:p>
          <a:p>
            <a:pPr>
              <a:buSzPct val="100000"/>
            </a:pPr>
            <a:endParaRPr lang="fr-FR" sz="1400" dirty="0"/>
          </a:p>
          <a:p>
            <a:pPr>
              <a:buSzPct val="100000"/>
            </a:pPr>
            <a:r>
              <a:rPr lang="fr-FR" sz="1400" dirty="0"/>
              <a:t>Définir un seuil minimal entre deux locations pour réduire les incidents, tout en limitant l’impact sur le volume de locations</a:t>
            </a:r>
          </a:p>
          <a:p>
            <a:pPr>
              <a:buSzPct val="100000"/>
            </a:pPr>
            <a:endParaRPr lang="fr-FR" sz="1400" dirty="0"/>
          </a:p>
          <a:p>
            <a:pPr>
              <a:buSzPct val="100000"/>
            </a:pPr>
            <a:r>
              <a:rPr lang="fr-FR" sz="1400" dirty="0"/>
              <a:t>Prédire le prix de location par jour à partir des caractéristiques d’un véhicule (modèle, kilométrage, puissance, options…)</a:t>
            </a:r>
          </a:p>
          <a:p>
            <a:pPr>
              <a:buSzPct val="100000"/>
            </a:pPr>
            <a:endParaRPr lang="fr-FR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Comprendre le problème business : retards </a:t>
            </a:r>
            <a:r>
              <a:rPr lang="fr-FR" sz="900" dirty="0">
                <a:sym typeface="Wingdings" panose="05000000000000000000" pitchFamily="2" charset="2"/>
              </a:rPr>
              <a:t></a:t>
            </a:r>
            <a:r>
              <a:rPr lang="fr-FR" sz="900" dirty="0"/>
              <a:t> friction </a:t>
            </a:r>
            <a:r>
              <a:rPr lang="fr-FR" sz="900" dirty="0">
                <a:sym typeface="Wingdings" panose="05000000000000000000" pitchFamily="2" charset="2"/>
              </a:rPr>
              <a:t></a:t>
            </a:r>
            <a:r>
              <a:rPr lang="fr-FR" sz="900" dirty="0"/>
              <a:t> annulations / perte de revenu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Définir les KPI : impact rate, % locations affectées, </a:t>
            </a:r>
            <a:r>
              <a:rPr lang="fr-FR" sz="900"/>
              <a:t>cas résolus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/>
              <a:t>Identifier </a:t>
            </a:r>
            <a:r>
              <a:rPr lang="fr-FR" sz="900" dirty="0"/>
              <a:t>les périmètres : global vs </a:t>
            </a:r>
            <a:r>
              <a:rPr lang="fr-FR" sz="900" dirty="0" err="1"/>
              <a:t>Connect</a:t>
            </a:r>
            <a:r>
              <a:rPr lang="fr-FR" sz="900" dirty="0"/>
              <a:t> / Mobile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Cadrage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Préparation des données et EDA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Simulation des seuils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Construction de l’API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Restitution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Analyser l’impact d’un retard sur la location suivante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Analyser le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pricing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et comprendre les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features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Filtrer les locations “</a:t>
            </a:r>
            <a:r>
              <a:rPr lang="fr-FR" sz="900" dirty="0" err="1"/>
              <a:t>ended</a:t>
            </a:r>
            <a:r>
              <a:rPr lang="fr-FR" sz="900" dirty="0"/>
              <a:t>” + nettoyage des champs (</a:t>
            </a:r>
            <a:r>
              <a:rPr lang="fr-FR" sz="900" dirty="0" err="1"/>
              <a:t>delay</a:t>
            </a:r>
            <a:r>
              <a:rPr lang="fr-FR" sz="900" dirty="0"/>
              <a:t>, gap, </a:t>
            </a:r>
            <a:r>
              <a:rPr lang="fr-FR" sz="900" dirty="0" err="1"/>
              <a:t>checkin_type</a:t>
            </a:r>
            <a:r>
              <a:rPr lang="fr-FR" sz="900" dirty="0"/>
              <a:t>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Création des variables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Quantifier les impacts : réduire les incidents vs impacter le volume de locations 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Tester plusieurs seuils T (0 → 120 min)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Mesurer : % cas problématiques résolus vs % locations affectées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Comparer recommandations : global vs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Connect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Industrialiser la prédiction du prix de location (</a:t>
            </a:r>
            <a:r>
              <a:rPr lang="fr-FR" sz="900" dirty="0" err="1"/>
              <a:t>pricing</a:t>
            </a:r>
            <a:r>
              <a:rPr lang="fr-FR" sz="900" dirty="0"/>
              <a:t>)</a:t>
            </a:r>
          </a:p>
          <a:p>
            <a:pPr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Charger le modèle </a:t>
            </a:r>
            <a:r>
              <a:rPr lang="fr-FR" sz="900" dirty="0" err="1"/>
              <a:t>joblib</a:t>
            </a:r>
            <a:r>
              <a:rPr lang="fr-FR" sz="900" dirty="0"/>
              <a:t> + </a:t>
            </a:r>
            <a:r>
              <a:rPr lang="fr-FR" sz="900" dirty="0" err="1"/>
              <a:t>endpoint</a:t>
            </a:r>
            <a:r>
              <a:rPr lang="fr-FR" sz="900" dirty="0"/>
              <a:t> POST /</a:t>
            </a:r>
            <a:r>
              <a:rPr lang="fr-FR" sz="900" dirty="0" err="1"/>
              <a:t>predict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Déploiement sur </a:t>
            </a:r>
            <a:r>
              <a:rPr lang="fr-FR" sz="900" dirty="0" err="1"/>
              <a:t>Hugging</a:t>
            </a:r>
            <a:r>
              <a:rPr lang="fr-FR" sz="900" dirty="0"/>
              <a:t> Face </a:t>
            </a:r>
            <a:r>
              <a:rPr lang="fr-FR" sz="900" dirty="0" err="1"/>
              <a:t>Spaces</a:t>
            </a:r>
            <a:r>
              <a:rPr lang="fr-FR" sz="900" dirty="0"/>
              <a:t> (Docker)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Livraison d’un </a:t>
            </a:r>
            <a:r>
              <a:rPr lang="fr-FR" sz="900" dirty="0" err="1"/>
              <a:t>dashboard</a:t>
            </a:r>
            <a:r>
              <a:rPr lang="fr-FR" sz="900" dirty="0"/>
              <a:t> décisionnel intégré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Déploiement sur </a:t>
            </a:r>
            <a:r>
              <a:rPr lang="fr-FR" sz="900" dirty="0" err="1"/>
              <a:t>Hugging</a:t>
            </a:r>
            <a:r>
              <a:rPr lang="fr-FR" sz="900" dirty="0"/>
              <a:t> Face </a:t>
            </a:r>
            <a:r>
              <a:rPr lang="fr-FR" sz="900" dirty="0" err="1"/>
              <a:t>Spaces</a:t>
            </a:r>
            <a:r>
              <a:rPr lang="fr-FR" sz="900" dirty="0"/>
              <a:t> (Docker)</a:t>
            </a:r>
            <a:endParaRPr lang="fr-FR" sz="900" b="1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Recommandation de seuil (global / </a:t>
            </a:r>
            <a:r>
              <a:rPr lang="fr-FR" sz="900" dirty="0" err="1"/>
              <a:t>Connect</a:t>
            </a:r>
            <a:r>
              <a:rPr lang="fr-FR" sz="900" dirty="0"/>
              <a:t>)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Dashboard </a:t>
            </a:r>
            <a:r>
              <a:rPr lang="fr-FR" sz="900" dirty="0" err="1"/>
              <a:t>Streamlit</a:t>
            </a:r>
            <a:r>
              <a:rPr lang="fr-FR" sz="900" dirty="0"/>
              <a:t> + </a:t>
            </a:r>
            <a:r>
              <a:rPr lang="fr-FR" sz="900" dirty="0" err="1"/>
              <a:t>endpoint</a:t>
            </a:r>
            <a:r>
              <a:rPr lang="fr-FR" sz="900" dirty="0"/>
              <a:t> API (</a:t>
            </a:r>
            <a:r>
              <a:rPr lang="fr-FR" sz="900" dirty="0" err="1"/>
              <a:t>pricing</a:t>
            </a:r>
            <a:r>
              <a:rPr lang="fr-FR" sz="900" dirty="0"/>
              <a:t>)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3722277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98" idx="0"/>
            <a:endCxn id="1074" idx="0"/>
          </p:cNvCxnSpPr>
          <p:nvPr/>
        </p:nvCxnSpPr>
        <p:spPr>
          <a:xfrm rot="16200000" flipH="1">
            <a:off x="5384933" y="-312122"/>
            <a:ext cx="164073" cy="4207429"/>
          </a:xfrm>
          <a:prstGeom prst="bentConnector3">
            <a:avLst>
              <a:gd name="adj1" fmla="val -87485"/>
            </a:avLst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57" idx="3"/>
          </p:cNvCxnSpPr>
          <p:nvPr/>
        </p:nvCxnSpPr>
        <p:spPr>
          <a:xfrm rot="5400000">
            <a:off x="8267815" y="2906335"/>
            <a:ext cx="336990" cy="589033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312BDD8-DFE7-14F2-1102-CA1CF6DFB976}"/>
              </a:ext>
            </a:extLst>
          </p:cNvPr>
          <p:cNvGrpSpPr/>
          <p:nvPr/>
        </p:nvGrpSpPr>
        <p:grpSpPr>
          <a:xfrm>
            <a:off x="278471" y="1458686"/>
            <a:ext cx="2014666" cy="3272971"/>
            <a:chOff x="278471" y="1458686"/>
            <a:chExt cx="2014666" cy="3272971"/>
          </a:xfrm>
        </p:grpSpPr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DBB90402-3D1D-991F-9330-0A51CBF8C0D4}"/>
                </a:ext>
              </a:extLst>
            </p:cNvPr>
            <p:cNvGrpSpPr/>
            <p:nvPr/>
          </p:nvGrpSpPr>
          <p:grpSpPr>
            <a:xfrm>
              <a:off x="278471" y="1694386"/>
              <a:ext cx="1898391" cy="2883756"/>
              <a:chOff x="278471" y="1694386"/>
              <a:chExt cx="1898391" cy="2883756"/>
            </a:xfrm>
          </p:grpSpPr>
          <p:pic>
            <p:nvPicPr>
              <p:cNvPr id="127" name="Picture 8">
                <a:extLst>
                  <a:ext uri="{FF2B5EF4-FFF2-40B4-BE49-F238E27FC236}">
                    <a16:creationId xmlns:a16="http://schemas.microsoft.com/office/drawing/2014/main" id="{0DF6E305-58E0-10D9-0E90-7E26126193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4203"/>
              <a:stretch>
                <a:fillRect/>
              </a:stretch>
            </p:blipFill>
            <p:spPr bwMode="auto">
              <a:xfrm>
                <a:off x="1666945" y="2090436"/>
                <a:ext cx="492649" cy="5741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10">
                <a:extLst>
                  <a:ext uri="{FF2B5EF4-FFF2-40B4-BE49-F238E27FC236}">
                    <a16:creationId xmlns:a16="http://schemas.microsoft.com/office/drawing/2014/main" id="{FD816D59-77CA-1E04-DAC5-C8410FAC61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4775"/>
              <a:stretch>
                <a:fillRect/>
              </a:stretch>
            </p:blipFill>
            <p:spPr bwMode="auto">
              <a:xfrm>
                <a:off x="1684197" y="3519442"/>
                <a:ext cx="492665" cy="5780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Rectangle : coins arrondis 2">
                <a:extLst>
                  <a:ext uri="{FF2B5EF4-FFF2-40B4-BE49-F238E27FC236}">
                    <a16:creationId xmlns:a16="http://schemas.microsoft.com/office/drawing/2014/main" id="{33B23519-5EFA-F17A-CAA2-6EF8A191B3CD}"/>
                  </a:ext>
                </a:extLst>
              </p:cNvPr>
              <p:cNvSpPr/>
              <p:nvPr/>
            </p:nvSpPr>
            <p:spPr>
              <a:xfrm>
                <a:off x="456435" y="1694386"/>
                <a:ext cx="972305" cy="2883756"/>
              </a:xfrm>
              <a:prstGeom prst="roundRect">
                <a:avLst/>
              </a:prstGeom>
              <a:noFill/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6" name="Connecteur droit avec flèche 5">
                <a:extLst>
                  <a:ext uri="{FF2B5EF4-FFF2-40B4-BE49-F238E27FC236}">
                    <a16:creationId xmlns:a16="http://schemas.microsoft.com/office/drawing/2014/main" id="{804A8FE7-27C3-4C54-36F8-6A8C0900C5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29014" y="2383224"/>
                <a:ext cx="362079" cy="0"/>
              </a:xfrm>
              <a:prstGeom prst="straightConnector1">
                <a:avLst/>
              </a:prstGeom>
              <a:ln w="38100">
                <a:solidFill>
                  <a:srgbClr val="B266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necteur droit avec flèche 9">
                <a:extLst>
                  <a:ext uri="{FF2B5EF4-FFF2-40B4-BE49-F238E27FC236}">
                    <a16:creationId xmlns:a16="http://schemas.microsoft.com/office/drawing/2014/main" id="{A34EFFD9-2B7F-223F-36C3-4CCC462914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29014" y="3808478"/>
                <a:ext cx="362079" cy="0"/>
              </a:xfrm>
              <a:prstGeom prst="straightConnector1">
                <a:avLst/>
              </a:prstGeom>
              <a:ln w="38100">
                <a:solidFill>
                  <a:srgbClr val="FF008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Picture 2">
                <a:extLst>
                  <a:ext uri="{FF2B5EF4-FFF2-40B4-BE49-F238E27FC236}">
                    <a16:creationId xmlns:a16="http://schemas.microsoft.com/office/drawing/2014/main" id="{055C636B-537D-A701-AA90-857D3A44C1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00" t="16870" r="16971" b="17050"/>
              <a:stretch>
                <a:fillRect/>
              </a:stretch>
            </p:blipFill>
            <p:spPr bwMode="auto">
              <a:xfrm>
                <a:off x="754226" y="2182488"/>
                <a:ext cx="350993" cy="3449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64F9F1A5-8DFA-C4D6-D9C6-558B6A625216}"/>
                  </a:ext>
                </a:extLst>
              </p:cNvPr>
              <p:cNvSpPr txBox="1"/>
              <p:nvPr/>
            </p:nvSpPr>
            <p:spPr>
              <a:xfrm>
                <a:off x="278471" y="2602042"/>
                <a:ext cx="139021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700" b="1" dirty="0"/>
                  <a:t>Données de délais</a:t>
                </a:r>
              </a:p>
            </p:txBody>
          </p:sp>
          <p:pic>
            <p:nvPicPr>
              <p:cNvPr id="12" name="Picture 2">
                <a:extLst>
                  <a:ext uri="{FF2B5EF4-FFF2-40B4-BE49-F238E27FC236}">
                    <a16:creationId xmlns:a16="http://schemas.microsoft.com/office/drawing/2014/main" id="{27F148E2-4FBF-942E-41DA-700170B497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00" t="16870" r="16971" b="17050"/>
              <a:stretch>
                <a:fillRect/>
              </a:stretch>
            </p:blipFill>
            <p:spPr bwMode="auto">
              <a:xfrm>
                <a:off x="754226" y="3323465"/>
                <a:ext cx="350993" cy="3449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C5AB8D59-6F7D-6B3A-876B-E5C07C89454A}"/>
                  </a:ext>
                </a:extLst>
              </p:cNvPr>
              <p:cNvSpPr txBox="1"/>
              <p:nvPr/>
            </p:nvSpPr>
            <p:spPr>
              <a:xfrm>
                <a:off x="278471" y="3743019"/>
                <a:ext cx="139021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700" b="1" dirty="0"/>
                  <a:t>Données de </a:t>
                </a:r>
                <a:r>
                  <a:rPr lang="fr-FR" sz="700" b="1" dirty="0" err="1"/>
                  <a:t>pricing</a:t>
                </a:r>
                <a:endParaRPr lang="fr-FR" sz="700" b="1" dirty="0"/>
              </a:p>
            </p:txBody>
          </p:sp>
        </p:grp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6B48AF7-744C-ECFF-22D6-82CDE4FD8A8E}"/>
              </a:ext>
            </a:extLst>
          </p:cNvPr>
          <p:cNvGrpSpPr/>
          <p:nvPr/>
        </p:nvGrpSpPr>
        <p:grpSpPr>
          <a:xfrm>
            <a:off x="6881481" y="1873629"/>
            <a:ext cx="1389759" cy="1764982"/>
            <a:chOff x="6881481" y="1873629"/>
            <a:chExt cx="1389759" cy="1764982"/>
          </a:xfrm>
        </p:grpSpPr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908699" y="3312398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41552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3200200"/>
              <a:ext cx="1104517" cy="35422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253930"/>
              <a:ext cx="115633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/PREDICT 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69" name="Rectangle : coins arrondis 68">
              <a:extLst>
                <a:ext uri="{FF2B5EF4-FFF2-40B4-BE49-F238E27FC236}">
                  <a16:creationId xmlns:a16="http://schemas.microsoft.com/office/drawing/2014/main" id="{B85D8442-0D2E-AD63-523E-6F120E99781A}"/>
                </a:ext>
              </a:extLst>
            </p:cNvPr>
            <p:cNvSpPr/>
            <p:nvPr/>
          </p:nvSpPr>
          <p:spPr>
            <a:xfrm>
              <a:off x="7012431" y="2752111"/>
              <a:ext cx="1104517" cy="35422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2" name="ZoneTexte 71">
              <a:extLst>
                <a:ext uri="{FF2B5EF4-FFF2-40B4-BE49-F238E27FC236}">
                  <a16:creationId xmlns:a16="http://schemas.microsoft.com/office/drawing/2014/main" id="{860A4D78-736B-6187-48BA-98841BDF3933}"/>
                </a:ext>
              </a:extLst>
            </p:cNvPr>
            <p:cNvSpPr txBox="1"/>
            <p:nvPr/>
          </p:nvSpPr>
          <p:spPr>
            <a:xfrm>
              <a:off x="6985463" y="2805841"/>
              <a:ext cx="115633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Analyse des seuils </a:t>
              </a: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F0042F9D-CAB4-F2F8-EF48-EB70D2F5E683}"/>
              </a:ext>
            </a:extLst>
          </p:cNvPr>
          <p:cNvGrpSpPr/>
          <p:nvPr/>
        </p:nvGrpSpPr>
        <p:grpSpPr>
          <a:xfrm>
            <a:off x="2159594" y="1304200"/>
            <a:ext cx="4264079" cy="3427457"/>
            <a:chOff x="2159594" y="1304200"/>
            <a:chExt cx="4264079" cy="3427457"/>
          </a:xfrm>
        </p:grpSpPr>
        <p:sp>
          <p:nvSpPr>
            <p:cNvPr id="98" name="Rectangle : coins arrondis 97">
              <a:extLst>
                <a:ext uri="{FF2B5EF4-FFF2-40B4-BE49-F238E27FC236}">
                  <a16:creationId xmlns:a16="http://schemas.microsoft.com/office/drawing/2014/main" id="{DC03F088-F580-351B-D5FE-5AE0A2FB4E6B}"/>
                </a:ext>
              </a:extLst>
            </p:cNvPr>
            <p:cNvSpPr/>
            <p:nvPr/>
          </p:nvSpPr>
          <p:spPr>
            <a:xfrm>
              <a:off x="2496506" y="1709556"/>
              <a:ext cx="1733500" cy="2867668"/>
            </a:xfrm>
            <a:prstGeom prst="roundRect">
              <a:avLst/>
            </a:prstGeom>
            <a:solidFill>
              <a:srgbClr val="F7F7F7"/>
            </a:solidFill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564CE1A9-869C-774B-0E58-18DB76A3FCD2}"/>
                </a:ext>
              </a:extLst>
            </p:cNvPr>
            <p:cNvSpPr/>
            <p:nvPr/>
          </p:nvSpPr>
          <p:spPr>
            <a:xfrm>
              <a:off x="2305374" y="1304200"/>
              <a:ext cx="4118299" cy="106642"/>
            </a:xfrm>
            <a:prstGeom prst="roundRect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Tx/>
              </a:pPr>
              <a:r>
                <a:rPr lang="fr-FR" sz="800" b="1" kern="1200" dirty="0">
                  <a:solidFill>
                    <a:schemeClr val="bg1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Backend</a:t>
              </a:r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645065" y="3303259"/>
              <a:ext cx="1404308" cy="1189980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643777" y="1807995"/>
              <a:ext cx="1409398" cy="1197750"/>
            </a:xfrm>
            <a:prstGeom prst="roundRect">
              <a:avLst/>
            </a:prstGeom>
            <a:noFill/>
            <a:ln w="9525">
              <a:solidFill>
                <a:srgbClr val="B266F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3150917" y="2125035"/>
              <a:ext cx="489954" cy="500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3115897" y="3562385"/>
              <a:ext cx="524974" cy="5040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991323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808478"/>
              <a:ext cx="939035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674708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Extraction insights exploitables</a:t>
              </a:r>
            </a:p>
          </p:txBody>
        </p: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AD07C0C2-29F2-C798-AE29-8343FB635B5B}"/>
                </a:ext>
              </a:extLst>
            </p:cNvPr>
            <p:cNvSpPr txBox="1"/>
            <p:nvPr/>
          </p:nvSpPr>
          <p:spPr>
            <a:xfrm>
              <a:off x="2674708" y="4098066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Extraction insights exploitables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D0B1AC1E-0065-2127-FAAC-535807A8D6EB}"/>
              </a:ext>
            </a:extLst>
          </p:cNvPr>
          <p:cNvGrpSpPr/>
          <p:nvPr/>
        </p:nvGrpSpPr>
        <p:grpSpPr>
          <a:xfrm>
            <a:off x="4049373" y="1458686"/>
            <a:ext cx="2401555" cy="3272971"/>
            <a:chOff x="4049373" y="1458686"/>
            <a:chExt cx="2401555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629059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811008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117246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254964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967103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4082750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948983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880244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856670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733328"/>
              <a:ext cx="1796425" cy="1837885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  <a:endCxn id="53" idx="0"/>
            </p:cNvCxnSpPr>
            <p:nvPr/>
          </p:nvCxnSpPr>
          <p:spPr>
            <a:xfrm>
              <a:off x="5427620" y="2302794"/>
              <a:ext cx="2122" cy="430534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677531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15" name="Connecteur : en angle 114">
              <a:extLst>
                <a:ext uri="{FF2B5EF4-FFF2-40B4-BE49-F238E27FC236}">
                  <a16:creationId xmlns:a16="http://schemas.microsoft.com/office/drawing/2014/main" id="{1267B070-CF6F-C2A5-B016-B08943C892F5}"/>
                </a:ext>
              </a:extLst>
            </p:cNvPr>
            <p:cNvCxnSpPr>
              <a:stCxn id="39" idx="3"/>
              <a:endCxn id="46" idx="1"/>
            </p:cNvCxnSpPr>
            <p:nvPr/>
          </p:nvCxnSpPr>
          <p:spPr>
            <a:xfrm flipV="1">
              <a:off x="4049373" y="2060365"/>
              <a:ext cx="760307" cy="1837884"/>
            </a:xfrm>
            <a:prstGeom prst="bentConnector3">
              <a:avLst>
                <a:gd name="adj1" fmla="val 53729"/>
              </a:avLst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9" name="Connecteur : en angle 118">
            <a:extLst>
              <a:ext uri="{FF2B5EF4-FFF2-40B4-BE49-F238E27FC236}">
                <a16:creationId xmlns:a16="http://schemas.microsoft.com/office/drawing/2014/main" id="{E97E0388-36EE-975B-25B8-E036BF3C150B}"/>
              </a:ext>
            </a:extLst>
          </p:cNvPr>
          <p:cNvCxnSpPr>
            <a:cxnSpLocks/>
            <a:stCxn id="49" idx="2"/>
            <a:endCxn id="43" idx="2"/>
          </p:cNvCxnSpPr>
          <p:nvPr/>
        </p:nvCxnSpPr>
        <p:spPr>
          <a:xfrm rot="5400000" flipH="1" flipV="1">
            <a:off x="6387737" y="3390297"/>
            <a:ext cx="150870" cy="2053462"/>
          </a:xfrm>
          <a:prstGeom prst="bentConnector3">
            <a:avLst>
              <a:gd name="adj1" fmla="val -217298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 : en angle 125">
            <a:extLst>
              <a:ext uri="{FF2B5EF4-FFF2-40B4-BE49-F238E27FC236}">
                <a16:creationId xmlns:a16="http://schemas.microsoft.com/office/drawing/2014/main" id="{1B5C4A46-BA60-0270-5319-66310D068110}"/>
              </a:ext>
            </a:extLst>
          </p:cNvPr>
          <p:cNvCxnSpPr>
            <a:stCxn id="43" idx="3"/>
          </p:cNvCxnSpPr>
          <p:nvPr/>
        </p:nvCxnSpPr>
        <p:spPr>
          <a:xfrm flipV="1">
            <a:off x="7791655" y="3638233"/>
            <a:ext cx="350138" cy="393702"/>
          </a:xfrm>
          <a:prstGeom prst="bentConnector2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Analyse des retards et seuils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b="1" dirty="0"/>
              <a:t>Mobile est plus à risque que </a:t>
            </a:r>
            <a:r>
              <a:rPr lang="fr-FR" sz="1000" b="1" dirty="0" err="1"/>
              <a:t>Connect</a:t>
            </a:r>
            <a:r>
              <a:rPr lang="fr-FR" sz="1000" b="1" dirty="0"/>
              <a:t> : </a:t>
            </a:r>
            <a:r>
              <a:rPr lang="fr-FR" sz="1000" dirty="0"/>
              <a:t>le taux d’impact sur la location suivante est plus élevé (global et parmi les retards)</a:t>
            </a:r>
          </a:p>
          <a:p>
            <a:pPr>
              <a:buSzPct val="100000"/>
            </a:pPr>
            <a:r>
              <a:rPr lang="fr-FR" sz="1000" b="1" dirty="0"/>
              <a:t>Plus le seuil T augmente, plus on résout de cas problématiques</a:t>
            </a:r>
            <a:r>
              <a:rPr lang="fr-FR" sz="1000" dirty="0"/>
              <a:t>, avec un gain qui ralentit après  60 à 90 min</a:t>
            </a:r>
          </a:p>
          <a:p>
            <a:pPr>
              <a:buSzPct val="100000"/>
            </a:pPr>
            <a:r>
              <a:rPr lang="fr-FR" sz="1000" b="1" dirty="0"/>
              <a:t>Mise en perspective </a:t>
            </a:r>
            <a:r>
              <a:rPr lang="fr-FR" sz="1000" dirty="0"/>
              <a:t>: augmenter T réduit les incidents, mais </a:t>
            </a:r>
            <a:r>
              <a:rPr lang="fr-FR" sz="1000" b="1" dirty="0"/>
              <a:t>augmente aussi la part de locations “affectées”</a:t>
            </a:r>
            <a:r>
              <a:rPr lang="fr-FR" sz="1000" dirty="0"/>
              <a:t> (plus de contraintes opérationnelles / potentielle perte de revenu ?)</a:t>
            </a:r>
          </a:p>
        </p:txBody>
      </p:sp>
      <p:pic>
        <p:nvPicPr>
          <p:cNvPr id="5" name="Image 4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3629B4BD-B2F9-58A6-5FC6-4984E061B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853" y="967388"/>
            <a:ext cx="5160231" cy="253233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Image 8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E79FD801-E0AC-4B92-A695-66B1893EF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967388"/>
            <a:ext cx="3406269" cy="222913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85DEE6F-C9A3-C38B-C4A7-0CCF698A4970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6"/>
              </a:rPr>
              <a:t>Lien Dashboard</a:t>
            </a:r>
            <a:endParaRPr lang="fr-FR" sz="800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E58CD5F5-AD06-8901-DFBF-D6AD8757D2F5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1A3EEF4-87D8-4B5A-59AC-470EBC11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73F4759-A2CD-EDAF-80BD-3BC77DD2BFBB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Analyse du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pricing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F38E94D9-7FC4-AF66-1B78-A6FE1F5E86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CDD9591-24BE-1179-0636-4EB8CBE78F1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76E9278C-7EA3-4D2F-4E84-80419072994F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5334BC7-7CE9-9006-FA04-F168399E6CE1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b="1" dirty="0"/>
              <a:t>Distribution : </a:t>
            </a:r>
            <a:r>
              <a:rPr lang="fr-FR" sz="1000" dirty="0"/>
              <a:t>Les prix sont concentrés autour de 100 à 150 euros/jour</a:t>
            </a:r>
          </a:p>
          <a:p>
            <a:pPr>
              <a:buSzPct val="100000"/>
            </a:pPr>
            <a:r>
              <a:rPr lang="fr-FR" sz="1000" b="1" dirty="0"/>
              <a:t>Effet kilométrage net</a:t>
            </a:r>
            <a:r>
              <a:rPr lang="fr-FR" sz="1000" dirty="0"/>
              <a:t> : plus le véhicule est kilométré, plus le </a:t>
            </a:r>
            <a:r>
              <a:rPr lang="fr-FR" sz="1000" b="1" dirty="0"/>
              <a:t>prix journalier diminue</a:t>
            </a:r>
            <a:r>
              <a:rPr lang="fr-FR" sz="1000" dirty="0"/>
              <a:t> </a:t>
            </a:r>
          </a:p>
          <a:p>
            <a:pPr>
              <a:buSzPct val="100000"/>
            </a:pPr>
            <a:r>
              <a:rPr lang="fr-FR" sz="1000" b="1" dirty="0"/>
              <a:t>Puissance moteur = prix en hausse </a:t>
            </a:r>
            <a:r>
              <a:rPr lang="fr-FR" sz="1000" dirty="0"/>
              <a:t>: tendance positive entre </a:t>
            </a:r>
            <a:r>
              <a:rPr lang="fr-FR" sz="1000" dirty="0" err="1"/>
              <a:t>engine_power</a:t>
            </a:r>
            <a:r>
              <a:rPr lang="fr-FR" sz="1000" dirty="0"/>
              <a:t> et prix (quelques </a:t>
            </a:r>
            <a:r>
              <a:rPr lang="fr-FR" sz="1000" dirty="0" err="1"/>
              <a:t>outliers</a:t>
            </a:r>
            <a:r>
              <a:rPr lang="fr-FR" sz="1000" dirty="0"/>
              <a:t> haut de gamme)</a:t>
            </a:r>
          </a:p>
        </p:txBody>
      </p:sp>
      <p:pic>
        <p:nvPicPr>
          <p:cNvPr id="5" name="Image 4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4EB7F8CD-546E-CADC-8391-0D9C99C54C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281"/>
          <a:stretch>
            <a:fillRect/>
          </a:stretch>
        </p:blipFill>
        <p:spPr>
          <a:xfrm>
            <a:off x="311700" y="1155588"/>
            <a:ext cx="3360077" cy="232221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7" name="Image 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557275E3-16F4-A0C6-D032-B9431F2D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2534" y="1164359"/>
            <a:ext cx="2642911" cy="163951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Image 10" descr="Une image contenant texte, capture d’écran, Tracé, Police&#10;&#10;Le contenu généré par l’IA peut être incorrect.">
            <a:extLst>
              <a:ext uri="{FF2B5EF4-FFF2-40B4-BE49-F238E27FC236}">
                <a16:creationId xmlns:a16="http://schemas.microsoft.com/office/drawing/2014/main" id="{5C45AD1C-D185-F954-A183-6A9B1E7EC2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202" y="1164359"/>
            <a:ext cx="2477327" cy="163951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F0371228-CF33-F884-5AC0-C326F274EBC7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7"/>
              </a:rPr>
              <a:t>Lien Dashboard</a:t>
            </a:r>
            <a:endParaRPr lang="fr-FR" sz="800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E0B5A041-AC5D-5DBA-1D86-061A0B5A076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05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6B0FEED-70FB-9D49-B818-46F9A3EA9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8E59089-9931-0EEA-4167-03A5C67E7DA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API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 </a:t>
            </a:r>
            <a:r>
              <a:rPr lang="fr-FR" sz="14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endpoint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85B455A-F9E2-AFD7-EF5F-8711120913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9AE9057-A49A-9782-F0A9-5D599D551317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Image 6" descr="Une image contenant texte, logiciel, Logiciel multimédia, Page web&#10;&#10;Le contenu généré par l’IA peut être incorrect.">
            <a:extLst>
              <a:ext uri="{FF2B5EF4-FFF2-40B4-BE49-F238E27FC236}">
                <a16:creationId xmlns:a16="http://schemas.microsoft.com/office/drawing/2014/main" id="{7E637A6D-C0E5-AC45-E631-3BF952354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609" y="2657085"/>
            <a:ext cx="6623232" cy="218489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Image 8" descr="Une image contenant texte, Police, ligne, nombre&#10;&#10;Le contenu généré par l’IA peut être incorrect.">
            <a:extLst>
              <a:ext uri="{FF2B5EF4-FFF2-40B4-BE49-F238E27FC236}">
                <a16:creationId xmlns:a16="http://schemas.microsoft.com/office/drawing/2014/main" id="{1A0AB63B-555A-7D1A-20F0-9FCD1055C0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609" y="904050"/>
            <a:ext cx="5968410" cy="166770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23E6AFAA-9BC1-0914-791C-D884B954631B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D2FD86F-6877-09B6-1686-CCBF523EB58C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6"/>
              </a:rPr>
              <a:t>Lien API</a:t>
            </a:r>
            <a:endParaRPr lang="fr-FR" sz="800" dirty="0"/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7D0670E8-91DF-AB3D-821A-69F5771C4A09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91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841D539-7B8F-55AD-3E8F-AE11A266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48C2581-5A53-DCA8-30B7-62504CD1E77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API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 </a:t>
            </a:r>
            <a:r>
              <a:rPr lang="fr-FR" sz="14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dashboard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2987C46F-C73B-9812-C76C-111BEF39C9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82DC0B3-9137-B520-9AE6-6CEFFEF2C1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C3B9E2E9-8FB5-90C8-A5F4-876A7165890C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13266B3-4E2F-7172-0117-748141B391BF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3A8993B1-2A30-49B2-0E27-17B0F15E320D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 descr="Une image contenant texte, capture d’écran, logiciel, nombre&#10;&#10;Le contenu généré par l’IA peut être incorrect.">
            <a:extLst>
              <a:ext uri="{FF2B5EF4-FFF2-40B4-BE49-F238E27FC236}">
                <a16:creationId xmlns:a16="http://schemas.microsoft.com/office/drawing/2014/main" id="{F3C6359D-E14F-1674-3833-509A84A27A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307" y="1316410"/>
            <a:ext cx="7811386" cy="307989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56220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1730</TotalTime>
  <Words>801</Words>
  <Application>Microsoft Office PowerPoint</Application>
  <PresentationFormat>Affichage à l'écran (16:9)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Arial</vt:lpstr>
      <vt:lpstr>Inter SemiBold</vt:lpstr>
      <vt:lpstr>Calibri</vt:lpstr>
      <vt:lpstr>Wingdings</vt:lpstr>
      <vt:lpstr>Inter Medium</vt:lpstr>
      <vt:lpstr>Simple Light</vt:lpstr>
      <vt:lpstr>1_Simple Light</vt:lpstr>
      <vt:lpstr>Getaround Analysis </vt:lpstr>
      <vt:lpstr>Ressourses projet</vt:lpstr>
      <vt:lpstr>Contexte et enjeu</vt:lpstr>
      <vt:lpstr>Méthodologie du projet</vt:lpstr>
      <vt:lpstr>Process et pipeline data</vt:lpstr>
      <vt:lpstr>Analyse des retards et seuils</vt:lpstr>
      <vt:lpstr>Analyse du pricing</vt:lpstr>
      <vt:lpstr>API via endpoint</vt:lpstr>
      <vt:lpstr>API via dashboard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240</cp:revision>
  <dcterms:modified xsi:type="dcterms:W3CDTF">2026-02-14T14:44:50Z</dcterms:modified>
</cp:coreProperties>
</file>