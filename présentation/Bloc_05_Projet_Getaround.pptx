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75" r:id="rId4"/>
    <p:sldId id="272" r:id="rId5"/>
    <p:sldId id="273" r:id="rId6"/>
    <p:sldId id="274" r:id="rId7"/>
    <p:sldId id="258" r:id="rId8"/>
    <p:sldId id="276" r:id="rId9"/>
    <p:sldId id="277" r:id="rId10"/>
    <p:sldId id="278" r:id="rId11"/>
    <p:sldId id="271" r:id="rId12"/>
  </p:sldIdLst>
  <p:sldSz cx="9144000" cy="5143500" type="screen16x9"/>
  <p:notesSz cx="6858000" cy="9144000"/>
  <p:embeddedFontLst>
    <p:embeddedFont>
      <p:font typeface="Inter Medium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66FF"/>
    <a:srgbClr val="F7F7F7"/>
    <a:srgbClr val="F44470"/>
    <a:srgbClr val="41545E"/>
    <a:srgbClr val="E4E9EB"/>
    <a:srgbClr val="0E3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CA8FFA-FC6B-48AE-92FD-26D6FADFA2EC}" v="571" dt="2026-02-14T14:44:50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6247" autoAdjust="0"/>
  </p:normalViewPr>
  <p:slideViewPr>
    <p:cSldViewPr snapToGrid="0">
      <p:cViewPr varScale="1">
        <p:scale>
          <a:sx n="135" d="100"/>
          <a:sy n="135" d="100"/>
        </p:scale>
        <p:origin x="846" y="33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sldOrd addMainMaster delMainMaster">
      <pc:chgData name="Jean-Yves Vuillequez" userId="e7fac481abea6bd0" providerId="LiveId" clId="{79E365E8-22BC-4EC2-9606-9A9AC6CD1D22}" dt="2026-02-16T09:03:03.277" v="1749" actId="14100"/>
      <pc:docMkLst>
        <pc:docMk/>
      </pc:docMkLst>
      <pc:sldChg chg="addSp modSp mod">
        <pc:chgData name="Jean-Yves Vuillequez" userId="e7fac481abea6bd0" providerId="LiveId" clId="{79E365E8-22BC-4EC2-9606-9A9AC6CD1D22}" dt="2026-02-11T12:26:53.968" v="102" actId="1038"/>
        <pc:sldMkLst>
          <pc:docMk/>
          <pc:sldMk cId="0" sldId="256"/>
        </pc:sldMkLst>
        <pc:spChg chg="add mod">
          <ac:chgData name="Jean-Yves Vuillequez" userId="e7fac481abea6bd0" providerId="LiveId" clId="{79E365E8-22BC-4EC2-9606-9A9AC6CD1D22}" dt="2026-02-11T12:26:53.968" v="102" actId="1038"/>
          <ac:spMkLst>
            <pc:docMk/>
            <pc:sldMk cId="0" sldId="256"/>
            <ac:spMk id="3" creationId="{124BAD35-7509-EAFD-F0C5-0C17E26060D0}"/>
          </ac:spMkLst>
        </pc:spChg>
        <pc:spChg chg="mod">
          <ac:chgData name="Jean-Yves Vuillequez" userId="e7fac481abea6bd0" providerId="LiveId" clId="{79E365E8-22BC-4EC2-9606-9A9AC6CD1D22}" dt="2026-02-11T12:26:48.213" v="99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6-02-11T12:26:30.152" v="97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addAnim delAnim modNotesTx">
        <pc:chgData name="Jean-Yves Vuillequez" userId="e7fac481abea6bd0" providerId="LiveId" clId="{79E365E8-22BC-4EC2-9606-9A9AC6CD1D22}" dt="2026-02-16T09:03:03.277" v="1749" actId="14100"/>
        <pc:sldMkLst>
          <pc:docMk/>
          <pc:sldMk cId="0" sldId="258"/>
        </pc:sldMkLst>
        <pc:spChg chg="add mod">
          <ac:chgData name="Jean-Yves Vuillequez" userId="e7fac481abea6bd0" providerId="LiveId" clId="{79E365E8-22BC-4EC2-9606-9A9AC6CD1D22}" dt="2026-02-14T14:44:43.677" v="1745"/>
          <ac:spMkLst>
            <pc:docMk/>
            <pc:sldMk cId="0" sldId="258"/>
            <ac:spMk id="2" creationId="{A85DEE6F-C9A3-C38B-C4A7-0CCF698A4970}"/>
          </ac:spMkLst>
        </pc:spChg>
        <pc:spChg chg="mod">
          <ac:chgData name="Jean-Yves Vuillequez" userId="e7fac481abea6bd0" providerId="LiveId" clId="{79E365E8-22BC-4EC2-9606-9A9AC6CD1D22}" dt="2026-02-16T09:03:03.277" v="1749" actId="14100"/>
          <ac:spMkLst>
            <pc:docMk/>
            <pc:sldMk cId="0" sldId="258"/>
            <ac:spMk id="4" creationId="{FDD3CA48-ED30-7B8E-6211-AABF478FAB0C}"/>
          </ac:spMkLst>
        </pc:spChg>
        <pc:spChg chg="mod">
          <ac:chgData name="Jean-Yves Vuillequez" userId="e7fac481abea6bd0" providerId="LiveId" clId="{79E365E8-22BC-4EC2-9606-9A9AC6CD1D22}" dt="2026-02-13T10:20:36.261" v="1250" actId="20577"/>
          <ac:spMkLst>
            <pc:docMk/>
            <pc:sldMk cId="0" sldId="258"/>
            <ac:spMk id="68" creationId="{00000000-0000-0000-0000-000000000000}"/>
          </ac:spMkLst>
        </pc:spChg>
        <pc:picChg chg="add mod">
          <ac:chgData name="Jean-Yves Vuillequez" userId="e7fac481abea6bd0" providerId="LiveId" clId="{79E365E8-22BC-4EC2-9606-9A9AC6CD1D22}" dt="2026-02-13T09:06:58.743" v="801" actId="14100"/>
          <ac:picMkLst>
            <pc:docMk/>
            <pc:sldMk cId="0" sldId="258"/>
            <ac:picMk id="5" creationId="{3629B4BD-B2F9-58A6-5FC6-4984E061BD5A}"/>
          </ac:picMkLst>
        </pc:picChg>
        <pc:picChg chg="add mod">
          <ac:chgData name="Jean-Yves Vuillequez" userId="e7fac481abea6bd0" providerId="LiveId" clId="{79E365E8-22BC-4EC2-9606-9A9AC6CD1D22}" dt="2026-02-13T09:10:41.876" v="815" actId="1076"/>
          <ac:picMkLst>
            <pc:docMk/>
            <pc:sldMk cId="0" sldId="258"/>
            <ac:picMk id="9" creationId="{E79FD801-E0AC-4B92-A695-66B1893EF522}"/>
          </ac:picMkLst>
        </pc:picChg>
        <pc:cxnChg chg="add mod">
          <ac:chgData name="Jean-Yves Vuillequez" userId="e7fac481abea6bd0" providerId="LiveId" clId="{79E365E8-22BC-4EC2-9606-9A9AC6CD1D22}" dt="2026-02-14T14:44:43.677" v="1745"/>
          <ac:cxnSpMkLst>
            <pc:docMk/>
            <pc:sldMk cId="0" sldId="258"/>
            <ac:cxnSpMk id="6" creationId="{E58CD5F5-AD06-8901-DFBF-D6AD8757D2F5}"/>
          </ac:cxnSpMkLst>
        </pc:cxnChg>
      </pc:sldChg>
      <pc:sldChg chg="modSp mod modNotesTx">
        <pc:chgData name="Jean-Yves Vuillequez" userId="e7fac481abea6bd0" providerId="LiveId" clId="{79E365E8-22BC-4EC2-9606-9A9AC6CD1D22}" dt="2026-02-14T14:22:12.121" v="1443" actId="20577"/>
        <pc:sldMkLst>
          <pc:docMk/>
          <pc:sldMk cId="0" sldId="272"/>
        </pc:sldMkLst>
        <pc:spChg chg="mod">
          <ac:chgData name="Jean-Yves Vuillequez" userId="e7fac481abea6bd0" providerId="LiveId" clId="{79E365E8-22BC-4EC2-9606-9A9AC6CD1D22}" dt="2026-02-13T09:42:23.243" v="1206" actId="14100"/>
          <ac:spMkLst>
            <pc:docMk/>
            <pc:sldMk cId="0" sldId="272"/>
            <ac:spMk id="5" creationId="{C9E79F0C-F757-C223-90A8-073753256F1C}"/>
          </ac:spMkLst>
        </pc:spChg>
        <pc:spChg chg="mod">
          <ac:chgData name="Jean-Yves Vuillequez" userId="e7fac481abea6bd0" providerId="LiveId" clId="{79E365E8-22BC-4EC2-9606-9A9AC6CD1D22}" dt="2026-02-13T09:42:20.229" v="1205" actId="20577"/>
          <ac:spMkLst>
            <pc:docMk/>
            <pc:sldMk cId="0" sldId="272"/>
            <ac:spMk id="6" creationId="{243FF7A6-205C-44FD-4C04-67C8CD0DF557}"/>
          </ac:spMkLst>
        </pc:spChg>
      </pc:sldChg>
      <pc:sldChg chg="addSp delSp modSp mod modAnim modNotesTx">
        <pc:chgData name="Jean-Yves Vuillequez" userId="e7fac481abea6bd0" providerId="LiveId" clId="{79E365E8-22BC-4EC2-9606-9A9AC6CD1D22}" dt="2026-02-14T14:27:18.945" v="1510" actId="20577"/>
        <pc:sldMkLst>
          <pc:docMk/>
          <pc:sldMk cId="0" sldId="273"/>
        </pc:sldMkLst>
        <pc:spChg chg="mod">
          <ac:chgData name="Jean-Yves Vuillequez" userId="e7fac481abea6bd0" providerId="LiveId" clId="{79E365E8-22BC-4EC2-9606-9A9AC6CD1D22}" dt="2026-02-13T08:43:03.880" v="387"/>
          <ac:spMkLst>
            <pc:docMk/>
            <pc:sldMk cId="0" sldId="273"/>
            <ac:spMk id="3" creationId="{72CD330D-D20E-C29F-1030-B07CA8FB1E22}"/>
          </ac:spMkLst>
        </pc:spChg>
        <pc:spChg chg="mod">
          <ac:chgData name="Jean-Yves Vuillequez" userId="e7fac481abea6bd0" providerId="LiveId" clId="{79E365E8-22BC-4EC2-9606-9A9AC6CD1D22}" dt="2026-02-13T08:45:56.156" v="505" actId="20577"/>
          <ac:spMkLst>
            <pc:docMk/>
            <pc:sldMk cId="0" sldId="273"/>
            <ac:spMk id="4" creationId="{934AC2C3-F52B-C5FF-763F-9BA14671F247}"/>
          </ac:spMkLst>
        </pc:spChg>
        <pc:spChg chg="mod">
          <ac:chgData name="Jean-Yves Vuillequez" userId="e7fac481abea6bd0" providerId="LiveId" clId="{79E365E8-22BC-4EC2-9606-9A9AC6CD1D22}" dt="2026-02-13T08:47:14.266" v="578"/>
          <ac:spMkLst>
            <pc:docMk/>
            <pc:sldMk cId="0" sldId="273"/>
            <ac:spMk id="5" creationId="{8037740E-0A40-6A83-319A-5FA39E9869E9}"/>
          </ac:spMkLst>
        </pc:spChg>
        <pc:spChg chg="mod">
          <ac:chgData name="Jean-Yves Vuillequez" userId="e7fac481abea6bd0" providerId="LiveId" clId="{79E365E8-22BC-4EC2-9606-9A9AC6CD1D22}" dt="2026-02-13T08:54:02.401" v="747" actId="20577"/>
          <ac:spMkLst>
            <pc:docMk/>
            <pc:sldMk cId="0" sldId="273"/>
            <ac:spMk id="6" creationId="{66C4B2FB-DF4F-A5D8-D34B-A5DFC80B0AAE}"/>
          </ac:spMkLst>
        </pc:spChg>
        <pc:spChg chg="mod">
          <ac:chgData name="Jean-Yves Vuillequez" userId="e7fac481abea6bd0" providerId="LiveId" clId="{79E365E8-22BC-4EC2-9606-9A9AC6CD1D22}" dt="2026-02-13T08:47:41.874" v="623" actId="20577"/>
          <ac:spMkLst>
            <pc:docMk/>
            <pc:sldMk cId="0" sldId="273"/>
            <ac:spMk id="7" creationId="{36B0EDF8-324A-AE11-8539-C4438745B23E}"/>
          </ac:spMkLst>
        </pc:spChg>
        <pc:spChg chg="mod">
          <ac:chgData name="Jean-Yves Vuillequez" userId="e7fac481abea6bd0" providerId="LiveId" clId="{79E365E8-22BC-4EC2-9606-9A9AC6CD1D22}" dt="2026-02-13T10:23:13.744" v="1252" actId="20577"/>
          <ac:spMkLst>
            <pc:docMk/>
            <pc:sldMk cId="0" sldId="273"/>
            <ac:spMk id="10" creationId="{96EE234F-B665-A4F2-9A2F-853F31EA1468}"/>
          </ac:spMkLst>
        </pc:spChg>
        <pc:spChg chg="mod">
          <ac:chgData name="Jean-Yves Vuillequez" userId="e7fac481abea6bd0" providerId="LiveId" clId="{79E365E8-22BC-4EC2-9606-9A9AC6CD1D22}" dt="2026-02-13T08:46:41.423" v="577" actId="20577"/>
          <ac:spMkLst>
            <pc:docMk/>
            <pc:sldMk cId="0" sldId="273"/>
            <ac:spMk id="15" creationId="{27FA105C-F9B2-33E0-4F88-3ADFE6E4DD5F}"/>
          </ac:spMkLst>
        </pc:spChg>
        <pc:spChg chg="mod">
          <ac:chgData name="Jean-Yves Vuillequez" userId="e7fac481abea6bd0" providerId="LiveId" clId="{79E365E8-22BC-4EC2-9606-9A9AC6CD1D22}" dt="2026-02-13T08:59:29.758" v="763" actId="20577"/>
          <ac:spMkLst>
            <pc:docMk/>
            <pc:sldMk cId="0" sldId="273"/>
            <ac:spMk id="16" creationId="{C1BA5EF2-25A6-BC03-ABAC-0B16A10100AE}"/>
          </ac:spMkLst>
        </pc:spChg>
        <pc:spChg chg="mod">
          <ac:chgData name="Jean-Yves Vuillequez" userId="e7fac481abea6bd0" providerId="LiveId" clId="{79E365E8-22BC-4EC2-9606-9A9AC6CD1D22}" dt="2026-02-13T09:00:42.449" v="780"/>
          <ac:spMkLst>
            <pc:docMk/>
            <pc:sldMk cId="0" sldId="273"/>
            <ac:spMk id="17" creationId="{3FCD9215-1E91-C227-9A00-9D2E28190AB3}"/>
          </ac:spMkLst>
        </pc:spChg>
        <pc:spChg chg="mod">
          <ac:chgData name="Jean-Yves Vuillequez" userId="e7fac481abea6bd0" providerId="LiveId" clId="{79E365E8-22BC-4EC2-9606-9A9AC6CD1D22}" dt="2026-02-13T10:21:04.523" v="1251" actId="20577"/>
          <ac:spMkLst>
            <pc:docMk/>
            <pc:sldMk cId="0" sldId="273"/>
            <ac:spMk id="18" creationId="{16C898BF-E544-3A3A-F1C6-FD6EA5BEBE3E}"/>
          </ac:spMkLst>
        </pc:spChg>
      </pc:sldChg>
      <pc:sldChg chg="addSp delSp modSp mod delAnim modAnim modNotesTx">
        <pc:chgData name="Jean-Yves Vuillequez" userId="e7fac481abea6bd0" providerId="LiveId" clId="{79E365E8-22BC-4EC2-9606-9A9AC6CD1D22}" dt="2026-02-14T14:34:47.095" v="1608" actId="20577"/>
        <pc:sldMkLst>
          <pc:docMk/>
          <pc:sldMk cId="1821755839" sldId="274"/>
        </pc:sldMkLst>
        <pc:spChg chg="mod">
          <ac:chgData name="Jean-Yves Vuillequez" userId="e7fac481abea6bd0" providerId="LiveId" clId="{79E365E8-22BC-4EC2-9606-9A9AC6CD1D22}" dt="2026-02-14T13:55:59.897" v="1329" actId="164"/>
          <ac:spMkLst>
            <pc:docMk/>
            <pc:sldMk cId="1821755839" sldId="274"/>
            <ac:spMk id="3" creationId="{33B23519-5EFA-F17A-CAA2-6EF8A191B3CD}"/>
          </ac:spMkLst>
        </pc:spChg>
        <pc:spChg chg="mod">
          <ac:chgData name="Jean-Yves Vuillequez" userId="e7fac481abea6bd0" providerId="LiveId" clId="{79E365E8-22BC-4EC2-9606-9A9AC6CD1D22}" dt="2026-02-14T13:58:25.107" v="1334" actId="164"/>
          <ac:spMkLst>
            <pc:docMk/>
            <pc:sldMk cId="1821755839" sldId="274"/>
            <ac:spMk id="5" creationId="{564CE1A9-869C-774B-0E58-18DB76A3FCD2}"/>
          </ac:spMkLst>
        </pc:spChg>
        <pc:spChg chg="add mod">
          <ac:chgData name="Jean-Yves Vuillequez" userId="e7fac481abea6bd0" providerId="LiveId" clId="{79E365E8-22BC-4EC2-9606-9A9AC6CD1D22}" dt="2026-02-14T13:55:59.897" v="1329" actId="164"/>
          <ac:spMkLst>
            <pc:docMk/>
            <pc:sldMk cId="1821755839" sldId="274"/>
            <ac:spMk id="9" creationId="{64F9F1A5-8DFA-C4D6-D9C6-558B6A625216}"/>
          </ac:spMkLst>
        </pc:spChg>
        <pc:spChg chg="add mod">
          <ac:chgData name="Jean-Yves Vuillequez" userId="e7fac481abea6bd0" providerId="LiveId" clId="{79E365E8-22BC-4EC2-9606-9A9AC6CD1D22}" dt="2026-02-14T13:55:59.897" v="1329" actId="164"/>
          <ac:spMkLst>
            <pc:docMk/>
            <pc:sldMk cId="1821755839" sldId="274"/>
            <ac:spMk id="13" creationId="{C5AB8D59-6F7D-6B3A-876B-E5C07C89454A}"/>
          </ac:spMkLst>
        </pc:spChg>
        <pc:spChg chg="mod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23" creationId="{14BA37FE-DD89-0B23-6089-5FD37763331C}"/>
          </ac:spMkLst>
        </pc:spChg>
        <pc:spChg chg="mod topLvl">
          <ac:chgData name="Jean-Yves Vuillequez" userId="e7fac481abea6bd0" providerId="LiveId" clId="{79E365E8-22BC-4EC2-9606-9A9AC6CD1D22}" dt="2026-02-14T13:58:25.107" v="1334" actId="164"/>
          <ac:spMkLst>
            <pc:docMk/>
            <pc:sldMk cId="1821755839" sldId="274"/>
            <ac:spMk id="31" creationId="{6F47604A-F072-9B2B-A28D-D050592AE8FB}"/>
          </ac:spMkLst>
        </pc:spChg>
        <pc:spChg chg="mod">
          <ac:chgData name="Jean-Yves Vuillequez" userId="e7fac481abea6bd0" providerId="LiveId" clId="{79E365E8-22BC-4EC2-9606-9A9AC6CD1D22}" dt="2026-02-14T13:58:25.107" v="1334" actId="164"/>
          <ac:spMkLst>
            <pc:docMk/>
            <pc:sldMk cId="1821755839" sldId="274"/>
            <ac:spMk id="39" creationId="{AEAEB6F6-E6B3-2BA6-860A-9983C6A790DD}"/>
          </ac:spMkLst>
        </pc:spChg>
        <pc:spChg chg="mod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44" creationId="{682088E1-064C-5214-7A97-A059E4869B55}"/>
          </ac:spMkLst>
        </pc:spChg>
        <pc:spChg chg="mod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46" creationId="{E433E364-4228-6856-536E-34873F6A6DC3}"/>
          </ac:spMkLst>
        </pc:spChg>
        <pc:spChg chg="mod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47" creationId="{481D51B6-7D43-7926-6891-407782B836DE}"/>
          </ac:spMkLst>
        </pc:spChg>
        <pc:spChg chg="mod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48" creationId="{FE31E2F0-6B8A-B0EE-9044-0597F28AE28A}"/>
          </ac:spMkLst>
        </pc:spChg>
        <pc:spChg chg="mod topLvl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49" creationId="{8486A803-5325-E4EE-E6D1-9C2310E9372C}"/>
          </ac:spMkLst>
        </pc:spChg>
        <pc:spChg chg="mod topLvl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50" creationId="{D45817E9-F26B-F5AC-E969-2DB4F41AE334}"/>
          </ac:spMkLst>
        </pc:spChg>
        <pc:spChg chg="mod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52" creationId="{7A45A31B-42CC-CB8B-442E-3576FB243381}"/>
          </ac:spMkLst>
        </pc:spChg>
        <pc:spChg chg="mod topLvl">
          <ac:chgData name="Jean-Yves Vuillequez" userId="e7fac481abea6bd0" providerId="LiveId" clId="{79E365E8-22BC-4EC2-9606-9A9AC6CD1D22}" dt="2026-02-14T13:59:20.239" v="1341" actId="164"/>
          <ac:spMkLst>
            <pc:docMk/>
            <pc:sldMk cId="1821755839" sldId="274"/>
            <ac:spMk id="53" creationId="{CF1F8123-FC2A-EF28-8139-FC1D62216C5F}"/>
          </ac:spMkLst>
        </pc:spChg>
        <pc:spChg chg="mod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54" creationId="{3E4E5C19-19D1-7DB3-6126-771BB460CA7E}"/>
          </ac:spMkLst>
        </pc:spChg>
        <pc:spChg chg="mod topLvl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55" creationId="{C4EB1607-BC4B-15A3-0324-3D29B9154D63}"/>
          </ac:spMkLst>
        </pc:spChg>
        <pc:spChg chg="mod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56" creationId="{34BB09D2-59B3-0F52-1024-4F32B01B2F53}"/>
          </ac:spMkLst>
        </pc:spChg>
        <pc:spChg chg="mod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57" creationId="{685F5B80-27B1-45A6-3DF8-0CF7271056CC}"/>
          </ac:spMkLst>
        </pc:spChg>
        <pc:spChg chg="add mod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69" creationId="{B85D8442-0D2E-AD63-523E-6F120E99781A}"/>
          </ac:spMkLst>
        </pc:spChg>
        <pc:spChg chg="mod">
          <ac:chgData name="Jean-Yves Vuillequez" userId="e7fac481abea6bd0" providerId="LiveId" clId="{79E365E8-22BC-4EC2-9606-9A9AC6CD1D22}" dt="2026-02-14T13:58:25.107" v="1334" actId="164"/>
          <ac:spMkLst>
            <pc:docMk/>
            <pc:sldMk cId="1821755839" sldId="274"/>
            <ac:spMk id="71" creationId="{E74B2057-34BC-1980-9671-44A128491597}"/>
          </ac:spMkLst>
        </pc:spChg>
        <pc:spChg chg="add mod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72" creationId="{860A4D78-736B-6187-48BA-98841BDF3933}"/>
          </ac:spMkLst>
        </pc:spChg>
        <pc:spChg chg="add mod ord">
          <ac:chgData name="Jean-Yves Vuillequez" userId="e7fac481abea6bd0" providerId="LiveId" clId="{79E365E8-22BC-4EC2-9606-9A9AC6CD1D22}" dt="2026-02-14T13:58:25.107" v="1334" actId="164"/>
          <ac:spMkLst>
            <pc:docMk/>
            <pc:sldMk cId="1821755839" sldId="274"/>
            <ac:spMk id="98" creationId="{DC03F088-F580-351B-D5FE-5AE0A2FB4E6B}"/>
          </ac:spMkLst>
        </pc:spChg>
        <pc:spChg chg="add mod">
          <ac:chgData name="Jean-Yves Vuillequez" userId="e7fac481abea6bd0" providerId="LiveId" clId="{79E365E8-22BC-4EC2-9606-9A9AC6CD1D22}" dt="2026-02-14T13:58:25.107" v="1334" actId="164"/>
          <ac:spMkLst>
            <pc:docMk/>
            <pc:sldMk cId="1821755839" sldId="274"/>
            <ac:spMk id="112" creationId="{AD07C0C2-29F2-C798-AE29-8343FB635B5B}"/>
          </ac:spMkLst>
        </pc:spChg>
        <pc:spChg chg="mod topLvl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1074" creationId="{4162FACA-EA89-9D97-B392-632929E9443D}"/>
          </ac:spMkLst>
        </pc:spChg>
        <pc:spChg chg="mod">
          <ac:chgData name="Jean-Yves Vuillequez" userId="e7fac481abea6bd0" providerId="LiveId" clId="{79E365E8-22BC-4EC2-9606-9A9AC6CD1D22}" dt="2026-02-14T14:02:12.109" v="1343" actId="164"/>
          <ac:spMkLst>
            <pc:docMk/>
            <pc:sldMk cId="1821755839" sldId="274"/>
            <ac:spMk id="2097" creationId="{ADF20F1D-E32A-83D7-1C9F-ED56E1ADF5A6}"/>
          </ac:spMkLst>
        </pc:spChg>
        <pc:grpChg chg="add mod">
          <ac:chgData name="Jean-Yves Vuillequez" userId="e7fac481abea6bd0" providerId="LiveId" clId="{79E365E8-22BC-4EC2-9606-9A9AC6CD1D22}" dt="2026-02-14T13:56:17.616" v="1331" actId="164"/>
          <ac:grpSpMkLst>
            <pc:docMk/>
            <pc:sldMk cId="1821755839" sldId="274"/>
            <ac:grpSpMk id="7" creationId="{DBB90402-3D1D-991F-9330-0A51CBF8C0D4}"/>
          </ac:grpSpMkLst>
        </pc:grpChg>
        <pc:grpChg chg="add mod">
          <ac:chgData name="Jean-Yves Vuillequez" userId="e7fac481abea6bd0" providerId="LiveId" clId="{79E365E8-22BC-4EC2-9606-9A9AC6CD1D22}" dt="2026-02-14T13:56:17.616" v="1331" actId="164"/>
          <ac:grpSpMkLst>
            <pc:docMk/>
            <pc:sldMk cId="1821755839" sldId="274"/>
            <ac:grpSpMk id="14" creationId="{C312BDD8-DFE7-14F2-1102-CA1CF6DFB976}"/>
          </ac:grpSpMkLst>
        </pc:grpChg>
        <pc:grpChg chg="add mod">
          <ac:chgData name="Jean-Yves Vuillequez" userId="e7fac481abea6bd0" providerId="LiveId" clId="{79E365E8-22BC-4EC2-9606-9A9AC6CD1D22}" dt="2026-02-14T13:58:25.107" v="1334" actId="164"/>
          <ac:grpSpMkLst>
            <pc:docMk/>
            <pc:sldMk cId="1821755839" sldId="274"/>
            <ac:grpSpMk id="15" creationId="{F0042F9D-CAB4-F2F8-EF48-EB70D2F5E683}"/>
          </ac:grpSpMkLst>
        </pc:grpChg>
        <pc:picChg chg="add mod">
          <ac:chgData name="Jean-Yves Vuillequez" userId="e7fac481abea6bd0" providerId="LiveId" clId="{79E365E8-22BC-4EC2-9606-9A9AC6CD1D22}" dt="2026-02-14T13:55:59.897" v="1329" actId="164"/>
          <ac:picMkLst>
            <pc:docMk/>
            <pc:sldMk cId="1821755839" sldId="274"/>
            <ac:picMk id="8" creationId="{055C636B-537D-A701-AA90-857D3A44C126}"/>
          </ac:picMkLst>
        </pc:picChg>
        <pc:picChg chg="add mod">
          <ac:chgData name="Jean-Yves Vuillequez" userId="e7fac481abea6bd0" providerId="LiveId" clId="{79E365E8-22BC-4EC2-9606-9A9AC6CD1D22}" dt="2026-02-14T13:55:59.897" v="1329" actId="164"/>
          <ac:picMkLst>
            <pc:docMk/>
            <pc:sldMk cId="1821755839" sldId="274"/>
            <ac:picMk id="12" creationId="{27F148E2-4FBF-942E-41DA-700170B49729}"/>
          </ac:picMkLst>
        </pc:picChg>
        <pc:picChg chg="mod">
          <ac:chgData name="Jean-Yves Vuillequez" userId="e7fac481abea6bd0" providerId="LiveId" clId="{79E365E8-22BC-4EC2-9606-9A9AC6CD1D22}" dt="2026-02-13T08:35:32.569" v="269" actId="1076"/>
          <ac:picMkLst>
            <pc:docMk/>
            <pc:sldMk cId="1821755839" sldId="274"/>
            <ac:picMk id="43" creationId="{A31CCBD7-31A9-6123-B61B-FB210F650877}"/>
          </ac:picMkLst>
        </pc:picChg>
        <pc:picChg chg="mod">
          <ac:chgData name="Jean-Yves Vuillequez" userId="e7fac481abea6bd0" providerId="LiveId" clId="{79E365E8-22BC-4EC2-9606-9A9AC6CD1D22}" dt="2026-02-14T13:59:20.239" v="1341" actId="164"/>
          <ac:picMkLst>
            <pc:docMk/>
            <pc:sldMk cId="1821755839" sldId="274"/>
            <ac:picMk id="51" creationId="{054FB5AB-F043-1139-CFA8-44C9034D1153}"/>
          </ac:picMkLst>
        </pc:picChg>
        <pc:picChg chg="mod">
          <ac:chgData name="Jean-Yves Vuillequez" userId="e7fac481abea6bd0" providerId="LiveId" clId="{79E365E8-22BC-4EC2-9606-9A9AC6CD1D22}" dt="2026-02-14T13:58:25.107" v="1334" actId="164"/>
          <ac:picMkLst>
            <pc:docMk/>
            <pc:sldMk cId="1821755839" sldId="274"/>
            <ac:picMk id="116" creationId="{B7DCCBAF-8A38-3C4F-0798-30A393D5D283}"/>
          </ac:picMkLst>
        </pc:picChg>
        <pc:picChg chg="mod">
          <ac:chgData name="Jean-Yves Vuillequez" userId="e7fac481abea6bd0" providerId="LiveId" clId="{79E365E8-22BC-4EC2-9606-9A9AC6CD1D22}" dt="2026-02-14T13:58:25.107" v="1334" actId="164"/>
          <ac:picMkLst>
            <pc:docMk/>
            <pc:sldMk cId="1821755839" sldId="274"/>
            <ac:picMk id="117" creationId="{B3747ED9-0378-A202-7151-54782D96CF66}"/>
          </ac:picMkLst>
        </pc:picChg>
        <pc:picChg chg="mod">
          <ac:chgData name="Jean-Yves Vuillequez" userId="e7fac481abea6bd0" providerId="LiveId" clId="{79E365E8-22BC-4EC2-9606-9A9AC6CD1D22}" dt="2026-02-14T13:55:59.897" v="1329" actId="164"/>
          <ac:picMkLst>
            <pc:docMk/>
            <pc:sldMk cId="1821755839" sldId="274"/>
            <ac:picMk id="127" creationId="{0DF6E305-58E0-10D9-0E90-7E26126193AF}"/>
          </ac:picMkLst>
        </pc:picChg>
        <pc:picChg chg="mod">
          <ac:chgData name="Jean-Yves Vuillequez" userId="e7fac481abea6bd0" providerId="LiveId" clId="{79E365E8-22BC-4EC2-9606-9A9AC6CD1D22}" dt="2026-02-14T13:55:59.897" v="1329" actId="164"/>
          <ac:picMkLst>
            <pc:docMk/>
            <pc:sldMk cId="1821755839" sldId="274"/>
            <ac:picMk id="1033" creationId="{FD816D59-77CA-1E04-DAC5-C8410FAC6198}"/>
          </ac:picMkLst>
        </pc:picChg>
        <pc:picChg chg="mod">
          <ac:chgData name="Jean-Yves Vuillequez" userId="e7fac481abea6bd0" providerId="LiveId" clId="{79E365E8-22BC-4EC2-9606-9A9AC6CD1D22}" dt="2026-02-14T13:59:20.239" v="1341" actId="164"/>
          <ac:picMkLst>
            <pc:docMk/>
            <pc:sldMk cId="1821755839" sldId="274"/>
            <ac:picMk id="1034" creationId="{748B16F9-6C53-91C1-4712-424BF6CE8989}"/>
          </ac:picMkLst>
        </pc:picChg>
        <pc:picChg chg="mod">
          <ac:chgData name="Jean-Yves Vuillequez" userId="e7fac481abea6bd0" providerId="LiveId" clId="{79E365E8-22BC-4EC2-9606-9A9AC6CD1D22}" dt="2026-02-13T08:33:50.356" v="254" actId="1076"/>
          <ac:picMkLst>
            <pc:docMk/>
            <pc:sldMk cId="1821755839" sldId="274"/>
            <ac:picMk id="1036" creationId="{135630BC-F5F0-17C1-438A-A312C16997F8}"/>
          </ac:picMkLst>
        </pc:picChg>
        <pc:picChg chg="mod">
          <ac:chgData name="Jean-Yves Vuillequez" userId="e7fac481abea6bd0" providerId="LiveId" clId="{79E365E8-22BC-4EC2-9606-9A9AC6CD1D22}" dt="2026-02-14T13:59:09.481" v="1339" actId="164"/>
          <ac:picMkLst>
            <pc:docMk/>
            <pc:sldMk cId="1821755839" sldId="274"/>
            <ac:picMk id="1038" creationId="{1B3822DD-A0E9-A37F-0DE9-40781F1C3DF4}"/>
          </ac:picMkLst>
        </pc:picChg>
        <pc:picChg chg="mod">
          <ac:chgData name="Jean-Yves Vuillequez" userId="e7fac481abea6bd0" providerId="LiveId" clId="{79E365E8-22BC-4EC2-9606-9A9AC6CD1D22}" dt="2026-02-14T14:02:12.109" v="1343" actId="164"/>
          <ac:picMkLst>
            <pc:docMk/>
            <pc:sldMk cId="1821755839" sldId="274"/>
            <ac:picMk id="2052" creationId="{FCCA093A-E48A-7B59-31BE-E1F8F80AD69D}"/>
          </ac:picMkLst>
        </pc:picChg>
        <pc:picChg chg="mod">
          <ac:chgData name="Jean-Yves Vuillequez" userId="e7fac481abea6bd0" providerId="LiveId" clId="{79E365E8-22BC-4EC2-9606-9A9AC6CD1D22}" dt="2026-02-13T08:33:50.356" v="254" actId="1076"/>
          <ac:picMkLst>
            <pc:docMk/>
            <pc:sldMk cId="1821755839" sldId="274"/>
            <ac:picMk id="2054" creationId="{A2294E8E-D08B-505D-5B9D-D8788A9CD32B}"/>
          </ac:picMkLst>
        </pc:picChg>
        <pc:cxnChg chg="mod">
          <ac:chgData name="Jean-Yves Vuillequez" userId="e7fac481abea6bd0" providerId="LiveId" clId="{79E365E8-22BC-4EC2-9606-9A9AC6CD1D22}" dt="2026-02-14T13:55:59.897" v="1329" actId="164"/>
          <ac:cxnSpMkLst>
            <pc:docMk/>
            <pc:sldMk cId="1821755839" sldId="274"/>
            <ac:cxnSpMk id="6" creationId="{804A8FE7-27C3-4C54-36F8-6A8C0900C5DA}"/>
          </ac:cxnSpMkLst>
        </pc:cxnChg>
        <pc:cxnChg chg="mod">
          <ac:chgData name="Jean-Yves Vuillequez" userId="e7fac481abea6bd0" providerId="LiveId" clId="{79E365E8-22BC-4EC2-9606-9A9AC6CD1D22}" dt="2026-02-14T13:55:59.897" v="1329" actId="164"/>
          <ac:cxnSpMkLst>
            <pc:docMk/>
            <pc:sldMk cId="1821755839" sldId="274"/>
            <ac:cxnSpMk id="10" creationId="{A34EFFD9-2B7F-223F-36C3-4CCC46291479}"/>
          </ac:cxnSpMkLst>
        </pc:cxnChg>
        <pc:cxnChg chg="mod">
          <ac:chgData name="Jean-Yves Vuillequez" userId="e7fac481abea6bd0" providerId="LiveId" clId="{79E365E8-22BC-4EC2-9606-9A9AC6CD1D22}" dt="2026-02-13T08:34:13.676" v="257" actId="14100"/>
          <ac:cxnSpMkLst>
            <pc:docMk/>
            <pc:sldMk cId="1821755839" sldId="274"/>
            <ac:cxnSpMk id="11" creationId="{D8A48580-543E-68C9-355D-6C2F58EACB96}"/>
          </ac:cxnSpMkLst>
        </pc:cxnChg>
        <pc:cxnChg chg="mod">
          <ac:chgData name="Jean-Yves Vuillequez" userId="e7fac481abea6bd0" providerId="LiveId" clId="{79E365E8-22BC-4EC2-9606-9A9AC6CD1D22}" dt="2026-02-13T08:34:09.341" v="256" actId="14100"/>
          <ac:cxnSpMkLst>
            <pc:docMk/>
            <pc:sldMk cId="1821755839" sldId="274"/>
            <ac:cxnSpMk id="19" creationId="{7965C0EE-9642-2EA9-734C-AF9138078030}"/>
          </ac:cxnSpMkLst>
        </pc:cxnChg>
        <pc:cxnChg chg="mod">
          <ac:chgData name="Jean-Yves Vuillequez" userId="e7fac481abea6bd0" providerId="LiveId" clId="{79E365E8-22BC-4EC2-9606-9A9AC6CD1D22}" dt="2026-02-14T13:56:17.616" v="1331" actId="164"/>
          <ac:cxnSpMkLst>
            <pc:docMk/>
            <pc:sldMk cId="1821755839" sldId="274"/>
            <ac:cxnSpMk id="28" creationId="{66A68388-D1A7-6AC6-5F1F-65E1A6494D4A}"/>
          </ac:cxnSpMkLst>
        </pc:cxnChg>
        <pc:cxnChg chg="add del mod">
          <ac:chgData name="Jean-Yves Vuillequez" userId="e7fac481abea6bd0" providerId="LiveId" clId="{79E365E8-22BC-4EC2-9606-9A9AC6CD1D22}" dt="2026-02-14T13:58:25.107" v="1334" actId="164"/>
          <ac:cxnSpMkLst>
            <pc:docMk/>
            <pc:sldMk cId="1821755839" sldId="274"/>
            <ac:cxnSpMk id="29" creationId="{2F5C326A-12BF-B849-9176-2CB67D7A7ED9}"/>
          </ac:cxnSpMkLst>
        </pc:cxnChg>
        <pc:cxnChg chg="mod">
          <ac:chgData name="Jean-Yves Vuillequez" userId="e7fac481abea6bd0" providerId="LiveId" clId="{79E365E8-22BC-4EC2-9606-9A9AC6CD1D22}" dt="2026-02-13T09:38:54.774" v="1171" actId="14100"/>
          <ac:cxnSpMkLst>
            <pc:docMk/>
            <pc:sldMk cId="1821755839" sldId="274"/>
            <ac:cxnSpMk id="84" creationId="{9FB5173D-B04A-5921-8DF1-AA3A6807A99D}"/>
          </ac:cxnSpMkLst>
        </pc:cxnChg>
        <pc:cxnChg chg="add mod">
          <ac:chgData name="Jean-Yves Vuillequez" userId="e7fac481abea6bd0" providerId="LiveId" clId="{79E365E8-22BC-4EC2-9606-9A9AC6CD1D22}" dt="2026-02-13T08:40:21.119" v="354" actId="1582"/>
          <ac:cxnSpMkLst>
            <pc:docMk/>
            <pc:sldMk cId="1821755839" sldId="274"/>
            <ac:cxnSpMk id="115" creationId="{1267B070-CF6F-C2A5-B016-B08943C892F5}"/>
          </ac:cxnSpMkLst>
        </pc:cxnChg>
        <pc:cxnChg chg="add mod">
          <ac:chgData name="Jean-Yves Vuillequez" userId="e7fac481abea6bd0" providerId="LiveId" clId="{79E365E8-22BC-4EC2-9606-9A9AC6CD1D22}" dt="2026-02-13T08:41:08.575" v="363" actId="108"/>
          <ac:cxnSpMkLst>
            <pc:docMk/>
            <pc:sldMk cId="1821755839" sldId="274"/>
            <ac:cxnSpMk id="119" creationId="{E97E0388-36EE-975B-25B8-E036BF3C150B}"/>
          </ac:cxnSpMkLst>
        </pc:cxnChg>
        <pc:cxnChg chg="add mod">
          <ac:chgData name="Jean-Yves Vuillequez" userId="e7fac481abea6bd0" providerId="LiveId" clId="{79E365E8-22BC-4EC2-9606-9A9AC6CD1D22}" dt="2026-02-13T09:15:50.778" v="879" actId="208"/>
          <ac:cxnSpMkLst>
            <pc:docMk/>
            <pc:sldMk cId="1821755839" sldId="274"/>
            <ac:cxnSpMk id="126" creationId="{1B5C4A46-BA60-0270-5319-66310D068110}"/>
          </ac:cxnSpMkLst>
        </pc:cxnChg>
        <pc:cxnChg chg="mod">
          <ac:chgData name="Jean-Yves Vuillequez" userId="e7fac481abea6bd0" providerId="LiveId" clId="{79E365E8-22BC-4EC2-9606-9A9AC6CD1D22}" dt="2026-02-13T08:38:29.167" v="304" actId="14100"/>
          <ac:cxnSpMkLst>
            <pc:docMk/>
            <pc:sldMk cId="1821755839" sldId="274"/>
            <ac:cxnSpMk id="1029" creationId="{0E52F53C-5DBE-6D5C-C0A2-D6081CFAB7CB}"/>
          </ac:cxnSpMkLst>
        </pc:cxnChg>
        <pc:cxnChg chg="mod">
          <ac:chgData name="Jean-Yves Vuillequez" userId="e7fac481abea6bd0" providerId="LiveId" clId="{79E365E8-22BC-4EC2-9606-9A9AC6CD1D22}" dt="2026-02-13T08:40:31.850" v="355" actId="108"/>
          <ac:cxnSpMkLst>
            <pc:docMk/>
            <pc:sldMk cId="1821755839" sldId="274"/>
            <ac:cxnSpMk id="1046" creationId="{F59A3777-3D90-7CA7-F89E-8874DA5F6283}"/>
          </ac:cxnSpMkLst>
        </pc:cxnChg>
        <pc:cxnChg chg="mod">
          <ac:chgData name="Jean-Yves Vuillequez" userId="e7fac481abea6bd0" providerId="LiveId" clId="{79E365E8-22BC-4EC2-9606-9A9AC6CD1D22}" dt="2026-02-13T08:40:34.402" v="356" actId="108"/>
          <ac:cxnSpMkLst>
            <pc:docMk/>
            <pc:sldMk cId="1821755839" sldId="274"/>
            <ac:cxnSpMk id="1068" creationId="{3FF98031-1DCE-7770-7F38-10F134A37AB2}"/>
          </ac:cxnSpMkLst>
        </pc:cxnChg>
      </pc:sldChg>
      <pc:sldChg chg="modSp mod">
        <pc:chgData name="Jean-Yves Vuillequez" userId="e7fac481abea6bd0" providerId="LiveId" clId="{79E365E8-22BC-4EC2-9606-9A9AC6CD1D22}" dt="2026-02-13T10:11:14.523" v="1238" actId="20577"/>
        <pc:sldMkLst>
          <pc:docMk/>
          <pc:sldMk cId="4088050223" sldId="275"/>
        </pc:sldMkLst>
        <pc:spChg chg="mod">
          <ac:chgData name="Jean-Yves Vuillequez" userId="e7fac481abea6bd0" providerId="LiveId" clId="{79E365E8-22BC-4EC2-9606-9A9AC6CD1D22}" dt="2026-02-13T10:11:14.523" v="1238" actId="20577"/>
          <ac:spMkLst>
            <pc:docMk/>
            <pc:sldMk cId="4088050223" sldId="275"/>
            <ac:spMk id="4" creationId="{9EF8D937-D220-A74B-8191-12E681FE1A08}"/>
          </ac:spMkLst>
        </pc:spChg>
      </pc:sldChg>
      <pc:sldChg chg="addSp delSp modSp add mod modNotesTx">
        <pc:chgData name="Jean-Yves Vuillequez" userId="e7fac481abea6bd0" providerId="LiveId" clId="{79E365E8-22BC-4EC2-9606-9A9AC6CD1D22}" dt="2026-02-14T14:44:50.074" v="1746"/>
        <pc:sldMkLst>
          <pc:docMk/>
          <pc:sldMk cId="1145705647" sldId="276"/>
        </pc:sldMkLst>
        <pc:spChg chg="add mod">
          <ac:chgData name="Jean-Yves Vuillequez" userId="e7fac481abea6bd0" providerId="LiveId" clId="{79E365E8-22BC-4EC2-9606-9A9AC6CD1D22}" dt="2026-02-14T14:44:50.074" v="1746"/>
          <ac:spMkLst>
            <pc:docMk/>
            <pc:sldMk cId="1145705647" sldId="276"/>
            <ac:spMk id="2" creationId="{F0371228-CF33-F884-5AC0-C326F274EBC7}"/>
          </ac:spMkLst>
        </pc:spChg>
        <pc:spChg chg="mod">
          <ac:chgData name="Jean-Yves Vuillequez" userId="e7fac481abea6bd0" providerId="LiveId" clId="{79E365E8-22BC-4EC2-9606-9A9AC6CD1D22}" dt="2026-02-14T14:08:30.171" v="1379" actId="20577"/>
          <ac:spMkLst>
            <pc:docMk/>
            <pc:sldMk cId="1145705647" sldId="276"/>
            <ac:spMk id="4" creationId="{35334BC7-7CE9-9006-FA04-F168399E6CE1}"/>
          </ac:spMkLst>
        </pc:spChg>
        <pc:spChg chg="mod">
          <ac:chgData name="Jean-Yves Vuillequez" userId="e7fac481abea6bd0" providerId="LiveId" clId="{79E365E8-22BC-4EC2-9606-9A9AC6CD1D22}" dt="2026-02-13T08:48:56.977" v="730" actId="20577"/>
          <ac:spMkLst>
            <pc:docMk/>
            <pc:sldMk cId="1145705647" sldId="276"/>
            <ac:spMk id="68" creationId="{373F4759-A2CD-EDAF-80BD-3BC77DD2BFBB}"/>
          </ac:spMkLst>
        </pc:spChg>
        <pc:picChg chg="add mod modCrop">
          <ac:chgData name="Jean-Yves Vuillequez" userId="e7fac481abea6bd0" providerId="LiveId" clId="{79E365E8-22BC-4EC2-9606-9A9AC6CD1D22}" dt="2026-02-13T09:20:18.523" v="918" actId="732"/>
          <ac:picMkLst>
            <pc:docMk/>
            <pc:sldMk cId="1145705647" sldId="276"/>
            <ac:picMk id="5" creationId="{4EB7F8CD-546E-CADC-8391-0D9C99C54CDD}"/>
          </ac:picMkLst>
        </pc:picChg>
        <pc:picChg chg="add mod">
          <ac:chgData name="Jean-Yves Vuillequez" userId="e7fac481abea6bd0" providerId="LiveId" clId="{79E365E8-22BC-4EC2-9606-9A9AC6CD1D22}" dt="2026-02-13T09:20:20.398" v="919" actId="1076"/>
          <ac:picMkLst>
            <pc:docMk/>
            <pc:sldMk cId="1145705647" sldId="276"/>
            <ac:picMk id="7" creationId="{557275E3-16F4-A0C6-D032-B9431F2D2C82}"/>
          </ac:picMkLst>
        </pc:picChg>
        <pc:picChg chg="add mod">
          <ac:chgData name="Jean-Yves Vuillequez" userId="e7fac481abea6bd0" providerId="LiveId" clId="{79E365E8-22BC-4EC2-9606-9A9AC6CD1D22}" dt="2026-02-13T09:20:22.597" v="920" actId="1076"/>
          <ac:picMkLst>
            <pc:docMk/>
            <pc:sldMk cId="1145705647" sldId="276"/>
            <ac:picMk id="11" creationId="{5C45AD1C-D185-F954-A183-6A9B1E7EC213}"/>
          </ac:picMkLst>
        </pc:picChg>
        <pc:cxnChg chg="add mod">
          <ac:chgData name="Jean-Yves Vuillequez" userId="e7fac481abea6bd0" providerId="LiveId" clId="{79E365E8-22BC-4EC2-9606-9A9AC6CD1D22}" dt="2026-02-14T14:44:50.074" v="1746"/>
          <ac:cxnSpMkLst>
            <pc:docMk/>
            <pc:sldMk cId="1145705647" sldId="276"/>
            <ac:cxnSpMk id="6" creationId="{E0B5A041-AC5D-5DBA-1D86-061A0B5A076F}"/>
          </ac:cxnSpMkLst>
        </pc:cxnChg>
      </pc:sldChg>
      <pc:sldChg chg="addSp delSp modSp add mod">
        <pc:chgData name="Jean-Yves Vuillequez" userId="e7fac481abea6bd0" providerId="LiveId" clId="{79E365E8-22BC-4EC2-9606-9A9AC6CD1D22}" dt="2026-02-13T09:36:41.457" v="1168" actId="21"/>
        <pc:sldMkLst>
          <pc:docMk/>
          <pc:sldMk cId="2107912005" sldId="277"/>
        </pc:sldMkLst>
        <pc:spChg chg="add mod">
          <ac:chgData name="Jean-Yves Vuillequez" userId="e7fac481abea6bd0" providerId="LiveId" clId="{79E365E8-22BC-4EC2-9606-9A9AC6CD1D22}" dt="2026-02-13T09:31:33.165" v="1153"/>
          <ac:spMkLst>
            <pc:docMk/>
            <pc:sldMk cId="2107912005" sldId="277"/>
            <ac:spMk id="10" creationId="{23E6AFAA-9BC1-0914-791C-D884B954631B}"/>
          </ac:spMkLst>
        </pc:spChg>
        <pc:spChg chg="add mod">
          <ac:chgData name="Jean-Yves Vuillequez" userId="e7fac481abea6bd0" providerId="LiveId" clId="{79E365E8-22BC-4EC2-9606-9A9AC6CD1D22}" dt="2026-02-13T09:31:33.165" v="1153"/>
          <ac:spMkLst>
            <pc:docMk/>
            <pc:sldMk cId="2107912005" sldId="277"/>
            <ac:spMk id="11" creationId="{1D2FD86F-6877-09B6-1686-CCBF523EB58C}"/>
          </ac:spMkLst>
        </pc:spChg>
        <pc:spChg chg="mod">
          <ac:chgData name="Jean-Yves Vuillequez" userId="e7fac481abea6bd0" providerId="LiveId" clId="{79E365E8-22BC-4EC2-9606-9A9AC6CD1D22}" dt="2026-02-13T09:30:34.839" v="1140" actId="404"/>
          <ac:spMkLst>
            <pc:docMk/>
            <pc:sldMk cId="2107912005" sldId="277"/>
            <ac:spMk id="68" creationId="{C8E59089-9931-0EEA-4167-03A5C67E7DA0}"/>
          </ac:spMkLst>
        </pc:spChg>
        <pc:picChg chg="add del mod">
          <ac:chgData name="Jean-Yves Vuillequez" userId="e7fac481abea6bd0" providerId="LiveId" clId="{79E365E8-22BC-4EC2-9606-9A9AC6CD1D22}" dt="2026-02-13T09:36:41.457" v="1168" actId="21"/>
          <ac:picMkLst>
            <pc:docMk/>
            <pc:sldMk cId="2107912005" sldId="277"/>
            <ac:picMk id="7" creationId="{7E637A6D-C0E5-AC45-E631-3BF952354540}"/>
          </ac:picMkLst>
        </pc:picChg>
        <pc:picChg chg="add del mod">
          <ac:chgData name="Jean-Yves Vuillequez" userId="e7fac481abea6bd0" providerId="LiveId" clId="{79E365E8-22BC-4EC2-9606-9A9AC6CD1D22}" dt="2026-02-13T09:36:41.457" v="1168" actId="21"/>
          <ac:picMkLst>
            <pc:docMk/>
            <pc:sldMk cId="2107912005" sldId="277"/>
            <ac:picMk id="9" creationId="{1A0AB63B-555A-7D1A-20F0-9FCD1055C02B}"/>
          </ac:picMkLst>
        </pc:picChg>
        <pc:cxnChg chg="add mod">
          <ac:chgData name="Jean-Yves Vuillequez" userId="e7fac481abea6bd0" providerId="LiveId" clId="{79E365E8-22BC-4EC2-9606-9A9AC6CD1D22}" dt="2026-02-13T09:31:33.165" v="1153"/>
          <ac:cxnSpMkLst>
            <pc:docMk/>
            <pc:sldMk cId="2107912005" sldId="277"/>
            <ac:cxnSpMk id="12" creationId="{7D0670E8-91DF-AB3D-821A-69F5771C4A09}"/>
          </ac:cxnSpMkLst>
        </pc:cxnChg>
      </pc:sldChg>
      <pc:sldChg chg="addSp delSp modSp add mod ord">
        <pc:chgData name="Jean-Yves Vuillequez" userId="e7fac481abea6bd0" providerId="LiveId" clId="{79E365E8-22BC-4EC2-9606-9A9AC6CD1D22}" dt="2026-02-13T09:36:47.422" v="1170"/>
        <pc:sldMkLst>
          <pc:docMk/>
          <pc:sldMk cId="2756220791" sldId="278"/>
        </pc:sldMkLst>
        <pc:spChg chg="add mod">
          <ac:chgData name="Jean-Yves Vuillequez" userId="e7fac481abea6bd0" providerId="LiveId" clId="{79E365E8-22BC-4EC2-9606-9A9AC6CD1D22}" dt="2026-02-13T09:31:09.500" v="1152"/>
          <ac:spMkLst>
            <pc:docMk/>
            <pc:sldMk cId="2756220791" sldId="278"/>
            <ac:spMk id="2" creationId="{C3B9E2E9-8FB5-90C8-A5F4-876A7165890C}"/>
          </ac:spMkLst>
        </pc:spChg>
        <pc:spChg chg="add mod">
          <ac:chgData name="Jean-Yves Vuillequez" userId="e7fac481abea6bd0" providerId="LiveId" clId="{79E365E8-22BC-4EC2-9606-9A9AC6CD1D22}" dt="2026-02-13T09:31:09.500" v="1152"/>
          <ac:spMkLst>
            <pc:docMk/>
            <pc:sldMk cId="2756220791" sldId="278"/>
            <ac:spMk id="3" creationId="{B13266B3-4E2F-7172-0117-748141B391BF}"/>
          </ac:spMkLst>
        </pc:spChg>
        <pc:spChg chg="mod">
          <ac:chgData name="Jean-Yves Vuillequez" userId="e7fac481abea6bd0" providerId="LiveId" clId="{79E365E8-22BC-4EC2-9606-9A9AC6CD1D22}" dt="2026-02-13T09:30:43.214" v="1150" actId="20577"/>
          <ac:spMkLst>
            <pc:docMk/>
            <pc:sldMk cId="2756220791" sldId="278"/>
            <ac:spMk id="68" creationId="{048C2581-5A53-DCA8-30B7-62504CD1E77F}"/>
          </ac:spMkLst>
        </pc:spChg>
        <pc:picChg chg="add del mod">
          <ac:chgData name="Jean-Yves Vuillequez" userId="e7fac481abea6bd0" providerId="LiveId" clId="{79E365E8-22BC-4EC2-9606-9A9AC6CD1D22}" dt="2026-02-13T09:36:40.534" v="1167" actId="21"/>
          <ac:picMkLst>
            <pc:docMk/>
            <pc:sldMk cId="2756220791" sldId="278"/>
            <ac:picMk id="6" creationId="{F3C6359D-E14F-1674-3833-509A84A27A73}"/>
          </ac:picMkLst>
        </pc:picChg>
        <pc:cxnChg chg="add mod">
          <ac:chgData name="Jean-Yves Vuillequez" userId="e7fac481abea6bd0" providerId="LiveId" clId="{79E365E8-22BC-4EC2-9606-9A9AC6CD1D22}" dt="2026-02-13T09:31:09.500" v="1152"/>
          <ac:cxnSpMkLst>
            <pc:docMk/>
            <pc:sldMk cId="2756220791" sldId="278"/>
            <ac:cxnSpMk id="4" creationId="{3A8993B1-2A30-49B2-0E27-17B0F15E320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7CC36C7-11D0-8ADD-0BBF-ADF4FC60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F8C541B7-831D-4518-0FB6-DDC6BE367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3E1EB232-82F4-15BE-8BDF-5A53894E2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84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Problème 1 : des retards qui engendrent des frictions et finissent par impacter la location suivante</a:t>
            </a:r>
          </a:p>
          <a:p>
            <a:r>
              <a:rPr lang="fr-FR" dirty="0"/>
              <a:t>Objectif : proposer un </a:t>
            </a:r>
            <a:r>
              <a:rPr lang="fr-FR" b="1" dirty="0"/>
              <a:t>seuil T</a:t>
            </a:r>
            <a:r>
              <a:rPr lang="fr-FR" dirty="0"/>
              <a:t> entre 2 locations, compromis incidents vs volume.”</a:t>
            </a:r>
          </a:p>
          <a:p>
            <a:r>
              <a:rPr lang="fr-FR" dirty="0"/>
              <a:t>Problème 2 : prédire le </a:t>
            </a:r>
            <a:r>
              <a:rPr lang="fr-FR" b="1" dirty="0"/>
              <a:t>prix/jour</a:t>
            </a:r>
            <a:r>
              <a:rPr lang="fr-FR" dirty="0"/>
              <a:t> à partir des caractéristiques véhicule via API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3f79b3bfd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e3f79b3bfd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7350" indent="-228600">
              <a:buFont typeface="+mj-lt"/>
              <a:buAutoNum type="arabicPeriod"/>
            </a:pPr>
            <a:r>
              <a:rPr lang="fr-FR" b="1" dirty="0"/>
              <a:t>Cadrage : </a:t>
            </a:r>
            <a:r>
              <a:rPr lang="fr-FR" dirty="0"/>
              <a:t>KPI + périmètres </a:t>
            </a:r>
            <a:r>
              <a:rPr lang="fr-FR" b="1" dirty="0"/>
              <a:t>global vs </a:t>
            </a:r>
            <a:r>
              <a:rPr lang="fr-FR" b="1" dirty="0" err="1"/>
              <a:t>Connect</a:t>
            </a:r>
            <a:r>
              <a:rPr lang="fr-FR" b="1" dirty="0"/>
              <a:t>/Mobile</a:t>
            </a:r>
            <a:endParaRPr lang="fr-FR" dirty="0"/>
          </a:p>
          <a:p>
            <a:pPr marL="387350" indent="-228600">
              <a:buFont typeface="+mj-lt"/>
              <a:buAutoNum type="arabicPeriod"/>
            </a:pPr>
            <a:r>
              <a:rPr lang="fr-FR" b="1" dirty="0"/>
              <a:t>Prépa/EDA : </a:t>
            </a:r>
            <a:r>
              <a:rPr lang="fr-FR" dirty="0"/>
              <a:t>filtrer ‘</a:t>
            </a:r>
            <a:r>
              <a:rPr lang="fr-FR" dirty="0" err="1"/>
              <a:t>ended</a:t>
            </a:r>
            <a:r>
              <a:rPr lang="fr-FR" dirty="0"/>
              <a:t>’, nettoyer </a:t>
            </a:r>
            <a:r>
              <a:rPr lang="fr-FR" dirty="0" err="1"/>
              <a:t>delay</a:t>
            </a:r>
            <a:r>
              <a:rPr lang="fr-FR" dirty="0"/>
              <a:t>/gap/</a:t>
            </a:r>
            <a:r>
              <a:rPr lang="fr-FR" dirty="0" err="1"/>
              <a:t>checkin_type</a:t>
            </a:r>
            <a:r>
              <a:rPr lang="fr-FR" dirty="0"/>
              <a:t>, créer variables</a:t>
            </a:r>
          </a:p>
          <a:p>
            <a:pPr marL="387350" indent="-228600">
              <a:buFont typeface="+mj-lt"/>
              <a:buAutoNum type="arabicPeriod"/>
            </a:pPr>
            <a:r>
              <a:rPr lang="fr-FR" b="1" dirty="0"/>
              <a:t>Simulation : </a:t>
            </a:r>
            <a:r>
              <a:rPr lang="fr-FR" dirty="0"/>
              <a:t>tester T de 0 à 120, mesurer </a:t>
            </a:r>
            <a:r>
              <a:rPr lang="fr-FR" b="1" dirty="0"/>
              <a:t>cas résolus</a:t>
            </a:r>
            <a:r>
              <a:rPr lang="fr-FR" dirty="0"/>
              <a:t> vs </a:t>
            </a:r>
            <a:r>
              <a:rPr lang="fr-FR" b="1" dirty="0"/>
              <a:t>% locations affectées</a:t>
            </a:r>
            <a:endParaRPr lang="fr-FR" dirty="0"/>
          </a:p>
          <a:p>
            <a:pPr marL="387350" indent="-228600">
              <a:buFont typeface="+mj-lt"/>
              <a:buAutoNum type="arabicPeriod"/>
            </a:pPr>
            <a:r>
              <a:rPr lang="fr-FR" b="1" dirty="0"/>
              <a:t>API : </a:t>
            </a:r>
            <a:r>
              <a:rPr lang="fr-FR" dirty="0"/>
              <a:t>modèle chargé + </a:t>
            </a:r>
            <a:r>
              <a:rPr lang="fr-FR" dirty="0" err="1"/>
              <a:t>endpoint</a:t>
            </a:r>
            <a:r>
              <a:rPr lang="fr-FR" dirty="0"/>
              <a:t>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r>
              <a:rPr lang="fr-FR" dirty="0"/>
              <a:t>, déployé sur HF</a:t>
            </a:r>
          </a:p>
          <a:p>
            <a:pPr marL="387350" indent="-228600">
              <a:buFont typeface="+mj-lt"/>
              <a:buAutoNum type="arabicPeriod"/>
            </a:pPr>
            <a:r>
              <a:rPr lang="fr-FR" b="1" dirty="0"/>
              <a:t>Restitution : </a:t>
            </a:r>
            <a:r>
              <a:rPr lang="fr-FR" dirty="0" err="1"/>
              <a:t>dashboard</a:t>
            </a:r>
            <a:r>
              <a:rPr lang="fr-FR" dirty="0"/>
              <a:t> + recommandation de seuil + API de prédiction du prix/jour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01F1211-8719-8070-13C6-DFAABBD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24E1F0BF-E30D-AAB8-17C4-1E198C29A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FAE7E81C-5300-A69F-6961-16DCBFE11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Chaîne complète : collecte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préparation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pipeline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entraînement/</a:t>
            </a:r>
            <a:r>
              <a:rPr lang="fr-FR" dirty="0" err="1"/>
              <a:t>MLflow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API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frontend</a:t>
            </a:r>
          </a:p>
          <a:p>
            <a:r>
              <a:rPr lang="fr-FR" dirty="0"/>
              <a:t>Objectif : pas juste une analyse mais une solution utilisable end to end</a:t>
            </a:r>
          </a:p>
          <a:p>
            <a:r>
              <a:rPr lang="fr-FR" dirty="0"/>
              <a:t>Le </a:t>
            </a:r>
            <a:r>
              <a:rPr lang="fr-FR" dirty="0" err="1"/>
              <a:t>dashboard</a:t>
            </a:r>
            <a:r>
              <a:rPr lang="fr-FR" dirty="0"/>
              <a:t> consomme l’API pour la prédiction</a:t>
            </a:r>
          </a:p>
          <a:p>
            <a:r>
              <a:rPr lang="fr-FR" dirty="0"/>
              <a:t>L’utilisateur est complètement autonome</a:t>
            </a:r>
          </a:p>
          <a:p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0619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Constat : </a:t>
            </a:r>
            <a:r>
              <a:rPr lang="fr-FR" b="1" dirty="0"/>
              <a:t>Mobile</a:t>
            </a:r>
            <a:r>
              <a:rPr lang="fr-FR" dirty="0"/>
              <a:t> est plus risqué que </a:t>
            </a:r>
            <a:r>
              <a:rPr lang="fr-FR" b="1" dirty="0" err="1"/>
              <a:t>Connect</a:t>
            </a:r>
            <a:r>
              <a:rPr lang="fr-FR" dirty="0"/>
              <a:t> (impact plus élevé)</a:t>
            </a:r>
          </a:p>
          <a:p>
            <a:r>
              <a:rPr lang="fr-FR" dirty="0"/>
              <a:t>Quand T augmente : on résout plus d’incidents, mais </a:t>
            </a:r>
            <a:r>
              <a:rPr lang="fr-FR" b="1" dirty="0"/>
              <a:t>avec un plafonnement après 60–90 min</a:t>
            </a:r>
            <a:endParaRPr lang="fr-FR" dirty="0"/>
          </a:p>
          <a:p>
            <a:r>
              <a:rPr lang="fr-FR" dirty="0"/>
              <a:t>Trade-off : T réduit les incidents, mais augmente les </a:t>
            </a:r>
            <a:r>
              <a:rPr lang="fr-FR" b="1" dirty="0"/>
              <a:t>locations affectées</a:t>
            </a:r>
            <a:r>
              <a:rPr lang="fr-FR" dirty="0"/>
              <a:t> (contraintes/volume)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C49D08B-90E4-4F5F-8535-24FF2C02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65DDF7B-4BD8-CEF9-E9B8-0AA60AF1A3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82F6A1C-6775-0BA1-4994-B84650C86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Distribution : prix concentrés autour d’une zone centrale (100–150 /jour) + </a:t>
            </a:r>
            <a:r>
              <a:rPr lang="fr-FR" dirty="0" err="1"/>
              <a:t>outliers</a:t>
            </a:r>
            <a:endParaRPr lang="fr-FR" dirty="0"/>
          </a:p>
          <a:p>
            <a:r>
              <a:rPr lang="fr-FR" dirty="0"/>
              <a:t>Effet </a:t>
            </a:r>
            <a:r>
              <a:rPr lang="fr-FR" dirty="0" err="1"/>
              <a:t>kilimétrage</a:t>
            </a:r>
            <a:r>
              <a:rPr lang="fr-FR" dirty="0"/>
              <a:t> : plus la voiture a de kilomètres plus le </a:t>
            </a:r>
            <a:r>
              <a:rPr lang="fr-FR" b="1" dirty="0"/>
              <a:t>prix baisse</a:t>
            </a:r>
            <a:endParaRPr lang="fr-FR" dirty="0"/>
          </a:p>
          <a:p>
            <a:r>
              <a:rPr lang="fr-FR" dirty="0"/>
              <a:t>Effet puissance : </a:t>
            </a:r>
            <a:r>
              <a:rPr lang="fr-FR" dirty="0" err="1"/>
              <a:t>engine_power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</a:t>
            </a:r>
            <a:r>
              <a:rPr lang="fr-FR" b="1" dirty="0"/>
              <a:t>prix en hausse monte</a:t>
            </a:r>
            <a:r>
              <a:rPr lang="fr-FR" dirty="0"/>
              <a:t>, avec quelques haut de gamme</a:t>
            </a:r>
          </a:p>
        </p:txBody>
      </p:sp>
    </p:spTree>
    <p:extLst>
      <p:ext uri="{BB962C8B-B14F-4D97-AF65-F5344CB8AC3E}">
        <p14:creationId xmlns:p14="http://schemas.microsoft.com/office/powerpoint/2010/main" val="3394147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7BCDE117-94AC-203D-6615-DC66B9DD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5073E48-5C80-9B8C-0B67-071E97205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ED84D77-2D96-5BBD-9E34-6120D8277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8287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B5D7E31-F2DE-3CFF-19D3-935456EA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8549081A-A065-7636-A804-E1C54100B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DB4C953-3DB5-4F1E-9C0F-1C1430C6C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5043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jyvuillequez-mlflow-server.hf.spac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yvuillequez-projet-getaround-api.hf.space/docs" TargetMode="External"/><Relationship Id="rId5" Type="http://schemas.openxmlformats.org/officeDocument/2006/relationships/hyperlink" Target="https://jyvuillequez-projet-getaround-dashboard.hf.space/" TargetMode="External"/><Relationship Id="rId4" Type="http://schemas.openxmlformats.org/officeDocument/2006/relationships/hyperlink" Target="https://github.com/jyvuillequez/Bloc_05_Projet_Getaroun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yvuillequez-projet-getaround-dashboard.hf.space/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jyvuillequez-projet-getaround-dashboard.hf.spac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yvuillequez-projet-getaround-api.hf.space/docs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hyperlink" Target="https://jyvuillequez-projet-getaround-dashboard.hf.space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182215"/>
            <a:ext cx="7411679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Getaround</a:t>
            </a: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fr-FR" sz="40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Analysis</a:t>
            </a: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64" y="301060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Deployment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57DEF025-3287-AC4F-B3FC-747B4D27CCFE}"/>
              </a:ext>
            </a:extLst>
          </p:cNvPr>
          <p:cNvSpPr txBox="1">
            <a:spLocks/>
          </p:cNvSpPr>
          <p:nvPr/>
        </p:nvSpPr>
        <p:spPr>
          <a:xfrm>
            <a:off x="735464" y="3693307"/>
            <a:ext cx="2716396" cy="27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b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Rédacteur : </a:t>
            </a:r>
            <a:r>
              <a:rPr lang="fr-FR" sz="12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Jean-Yves Vuillequez</a:t>
            </a: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124BAD35-7509-EAFD-F0C5-0C17E26060D0}"/>
              </a:ext>
            </a:extLst>
          </p:cNvPr>
          <p:cNvSpPr txBox="1">
            <a:spLocks/>
          </p:cNvSpPr>
          <p:nvPr/>
        </p:nvSpPr>
        <p:spPr>
          <a:xfrm>
            <a:off x="755794" y="1683667"/>
            <a:ext cx="7411679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dirty="0"/>
              <a:t>RNCP35288 CDSD</a:t>
            </a:r>
            <a:r>
              <a:rPr lang="fr-FR" sz="1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6EDD131-5809-747C-6E95-185A073D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CFE260F2-EC75-DDF8-CE55-329FB5D8E4C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-IT" sz="25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Ressourses projet</a:t>
            </a: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66739ED7-F6B1-16FF-21A5-52FBD2C06D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CF1380DA-0568-3714-99DF-1C8C31BCE89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81;p8">
            <a:extLst>
              <a:ext uri="{FF2B5EF4-FFF2-40B4-BE49-F238E27FC236}">
                <a16:creationId xmlns:a16="http://schemas.microsoft.com/office/drawing/2014/main" id="{9EF8D937-D220-A74B-8191-12E681FE1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5049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spcBef>
                <a:spcPts val="1200"/>
              </a:spcBef>
              <a:buNone/>
            </a:pPr>
            <a:r>
              <a:rPr lang="fr-FR" sz="1400" b="1" dirty="0" err="1"/>
              <a:t>Github</a:t>
            </a:r>
            <a:r>
              <a:rPr lang="fr-FR" sz="1400" b="1" dirty="0"/>
              <a:t> repository : </a:t>
            </a:r>
            <a:r>
              <a:rPr lang="fr-FR" sz="1400" dirty="0">
                <a:hlinkClick r:id="rId4"/>
              </a:rPr>
              <a:t>https://github.com/jyvuillequez/Bloc_05_Projet_Getaround</a:t>
            </a:r>
            <a:endParaRPr lang="fr-FR" sz="1400" dirty="0"/>
          </a:p>
          <a:p>
            <a:pPr marL="114300" lvl="0" indent="0">
              <a:spcBef>
                <a:spcPts val="1200"/>
              </a:spcBef>
              <a:buNone/>
            </a:pPr>
            <a:r>
              <a:rPr lang="fr-FR" sz="1400" b="1" dirty="0"/>
              <a:t>Dashboard  : </a:t>
            </a:r>
            <a:r>
              <a:rPr lang="fr-FR" sz="1400" dirty="0">
                <a:hlinkClick r:id="rId5"/>
              </a:rPr>
              <a:t>https://jyvuillequez-projet-getaround-dashboard.hf.space</a:t>
            </a:r>
            <a:endParaRPr lang="fr-FR" sz="1400" dirty="0"/>
          </a:p>
          <a:p>
            <a:pPr marL="114300" indent="0">
              <a:spcBef>
                <a:spcPts val="1200"/>
              </a:spcBef>
              <a:buNone/>
            </a:pPr>
            <a:r>
              <a:rPr lang="fr-FR" sz="1400" b="1" dirty="0"/>
              <a:t>API  : </a:t>
            </a:r>
            <a:r>
              <a:rPr lang="fr-FR" sz="1400" dirty="0">
                <a:hlinkClick r:id="rId6"/>
              </a:rPr>
              <a:t>https://jyvuillequez-projet-getaround-api.hf.space/docs</a:t>
            </a:r>
            <a:endParaRPr lang="fr-FR" sz="1400" dirty="0"/>
          </a:p>
          <a:p>
            <a:pPr marL="114300" indent="0">
              <a:spcBef>
                <a:spcPts val="1200"/>
              </a:spcBef>
              <a:buNone/>
            </a:pPr>
            <a:r>
              <a:rPr lang="fr-FR" sz="1400" b="1" dirty="0" err="1"/>
              <a:t>Mlflow</a:t>
            </a:r>
            <a:r>
              <a:rPr lang="fr-FR" sz="1400" dirty="0"/>
              <a:t> : </a:t>
            </a:r>
            <a:r>
              <a:rPr lang="fr-FR" sz="1400" dirty="0">
                <a:hlinkClick r:id="rId7"/>
              </a:rPr>
              <a:t>https://jyvuillequez-mlflow-server.hf.space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08805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330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Contexte et enjeu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86EAA274-6C17-67CB-A10D-51EEF8179EBB}"/>
              </a:ext>
            </a:extLst>
          </p:cNvPr>
          <p:cNvSpPr/>
          <p:nvPr/>
        </p:nvSpPr>
        <p:spPr>
          <a:xfrm>
            <a:off x="617497" y="113220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9E79F0C-F757-C223-90A8-073753256F1C}"/>
              </a:ext>
            </a:extLst>
          </p:cNvPr>
          <p:cNvSpPr/>
          <p:nvPr/>
        </p:nvSpPr>
        <p:spPr>
          <a:xfrm>
            <a:off x="1260039" y="1164423"/>
            <a:ext cx="7266464" cy="24435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243FF7A6-205C-44FD-4C04-67C8CD0DF557}"/>
              </a:ext>
            </a:extLst>
          </p:cNvPr>
          <p:cNvSpPr txBox="1">
            <a:spLocks/>
          </p:cNvSpPr>
          <p:nvPr/>
        </p:nvSpPr>
        <p:spPr>
          <a:xfrm>
            <a:off x="1260039" y="1164423"/>
            <a:ext cx="7266464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Objectifs : </a:t>
            </a:r>
          </a:p>
          <a:p>
            <a:pPr>
              <a:buSzPct val="100000"/>
            </a:pPr>
            <a:r>
              <a:rPr lang="fr-FR" sz="1400" dirty="0"/>
              <a:t>Analyse de données de location de véhicules pour réduire les frictions liées aux retards entre deux locations et industrialiser une prédiction de prix via une API</a:t>
            </a:r>
          </a:p>
          <a:p>
            <a:pPr>
              <a:buSzPct val="100000"/>
            </a:pPr>
            <a:endParaRPr lang="fr-FR" sz="1400" dirty="0"/>
          </a:p>
          <a:p>
            <a:pPr>
              <a:buSzPct val="100000"/>
            </a:pPr>
            <a:r>
              <a:rPr lang="fr-FR" sz="1400" dirty="0"/>
              <a:t>Définir un seuil minimal entre deux locations pour réduire les incidents, tout en limitant l’impact sur le volume de locations</a:t>
            </a:r>
          </a:p>
          <a:p>
            <a:pPr>
              <a:buSzPct val="100000"/>
            </a:pPr>
            <a:endParaRPr lang="fr-FR" sz="1400" dirty="0"/>
          </a:p>
          <a:p>
            <a:pPr>
              <a:buSzPct val="100000"/>
            </a:pPr>
            <a:r>
              <a:rPr lang="fr-FR" sz="1400" dirty="0"/>
              <a:t>Prédire le prix de location par jour à partir des caractéristiques d’un véhicule (modèle, kilométrage, puissance, options…)</a:t>
            </a:r>
          </a:p>
          <a:p>
            <a:pPr>
              <a:buSzPct val="100000"/>
            </a:pPr>
            <a:endParaRPr lang="fr-F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3f79b3bfd_1_11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Méthodologie du projet</a:t>
            </a:r>
            <a:endParaRPr sz="25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82" name="Google Shape;82;g2e3f79b3bfd_1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e3f79b3bfd_1_11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EE234F-B665-A4F2-9A2F-853F31EA1468}"/>
              </a:ext>
            </a:extLst>
          </p:cNvPr>
          <p:cNvSpPr/>
          <p:nvPr/>
        </p:nvSpPr>
        <p:spPr bwMode="auto">
          <a:xfrm>
            <a:off x="463375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Comprendre le problème business : retards </a:t>
            </a:r>
            <a:r>
              <a:rPr lang="fr-FR" sz="900" dirty="0">
                <a:sym typeface="Wingdings" panose="05000000000000000000" pitchFamily="2" charset="2"/>
              </a:rPr>
              <a:t></a:t>
            </a:r>
            <a:r>
              <a:rPr lang="fr-FR" sz="900" dirty="0"/>
              <a:t> friction </a:t>
            </a:r>
            <a:r>
              <a:rPr lang="fr-FR" sz="900" dirty="0">
                <a:sym typeface="Wingdings" panose="05000000000000000000" pitchFamily="2" charset="2"/>
              </a:rPr>
              <a:t></a:t>
            </a:r>
            <a:r>
              <a:rPr lang="fr-FR" sz="900" dirty="0"/>
              <a:t> annulations / perte de revenu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lvl="1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Définir les KPI : impact rate, % locations affectées, </a:t>
            </a:r>
            <a:r>
              <a:rPr lang="fr-FR" sz="900"/>
              <a:t>cas résolus</a:t>
            </a:r>
          </a:p>
          <a:p>
            <a:pPr marL="171450" lvl="1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/>
              <a:t>Identifier </a:t>
            </a:r>
            <a:r>
              <a:rPr lang="fr-FR" sz="900" dirty="0"/>
              <a:t>les périmètres : global vs </a:t>
            </a:r>
            <a:r>
              <a:rPr lang="fr-FR" sz="900" dirty="0" err="1"/>
              <a:t>Connect</a:t>
            </a:r>
            <a:r>
              <a:rPr lang="fr-FR" sz="900" dirty="0"/>
              <a:t> / Mobile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72CD330D-D20E-C29F-1030-B07CA8FB1E22}"/>
              </a:ext>
            </a:extLst>
          </p:cNvPr>
          <p:cNvSpPr/>
          <p:nvPr/>
        </p:nvSpPr>
        <p:spPr>
          <a:xfrm>
            <a:off x="413829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Cadrage</a:t>
            </a:r>
            <a:endParaRPr lang="fr-FR" sz="1100" kern="1200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934AC2C3-F52B-C5FF-763F-9BA14671F247}"/>
              </a:ext>
            </a:extLst>
          </p:cNvPr>
          <p:cNvSpPr/>
          <p:nvPr/>
        </p:nvSpPr>
        <p:spPr>
          <a:xfrm>
            <a:off x="2069235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20588"/>
              <a:satOff val="-221"/>
              <a:lumOff val="5854"/>
              <a:alphaOff val="0"/>
            </a:schemeClr>
          </a:fillRef>
          <a:effectRef idx="0">
            <a:schemeClr val="accent3">
              <a:shade val="80000"/>
              <a:hueOff val="20588"/>
              <a:satOff val="-221"/>
              <a:lumOff val="585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buNone/>
            </a:pPr>
            <a:r>
              <a:rPr lang="fr-FR" sz="1100" dirty="0"/>
              <a:t>Préparation des données et EDA</a:t>
            </a: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8037740E-0A40-6A83-319A-5FA39E9869E9}"/>
              </a:ext>
            </a:extLst>
          </p:cNvPr>
          <p:cNvSpPr/>
          <p:nvPr/>
        </p:nvSpPr>
        <p:spPr>
          <a:xfrm>
            <a:off x="3724640" y="1146338"/>
            <a:ext cx="179985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41176"/>
              <a:satOff val="-442"/>
              <a:lumOff val="11707"/>
              <a:alphaOff val="0"/>
            </a:schemeClr>
          </a:fillRef>
          <a:effectRef idx="0">
            <a:schemeClr val="accent3">
              <a:shade val="80000"/>
              <a:hueOff val="41176"/>
              <a:satOff val="-442"/>
              <a:lumOff val="1170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Simulation des seuils</a:t>
            </a:r>
            <a:endParaRPr lang="fr-FR" sz="1100" kern="1200" dirty="0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6C4B2FB-DF4F-A5D8-D34B-A5DFC80B0AAE}"/>
              </a:ext>
            </a:extLst>
          </p:cNvPr>
          <p:cNvSpPr/>
          <p:nvPr/>
        </p:nvSpPr>
        <p:spPr>
          <a:xfrm>
            <a:off x="5349732" y="1146338"/>
            <a:ext cx="1857184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61764"/>
              <a:satOff val="-662"/>
              <a:lumOff val="17560"/>
              <a:alphaOff val="0"/>
            </a:schemeClr>
          </a:fillRef>
          <a:effectRef idx="0">
            <a:schemeClr val="accent3">
              <a:shade val="80000"/>
              <a:hueOff val="61764"/>
              <a:satOff val="-662"/>
              <a:lumOff val="1756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Construction de l’API</a:t>
            </a:r>
            <a:endParaRPr lang="fr-FR" sz="1100" kern="1200" dirty="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6B0EDF8-324A-AE11-8539-C4438745B23E}"/>
              </a:ext>
            </a:extLst>
          </p:cNvPr>
          <p:cNvSpPr/>
          <p:nvPr/>
        </p:nvSpPr>
        <p:spPr>
          <a:xfrm>
            <a:off x="7035451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82353"/>
              <a:satOff val="-883"/>
              <a:lumOff val="23414"/>
              <a:alphaOff val="0"/>
            </a:schemeClr>
          </a:fillRef>
          <a:effectRef idx="0">
            <a:schemeClr val="accent3">
              <a:shade val="80000"/>
              <a:hueOff val="82353"/>
              <a:satOff val="-883"/>
              <a:lumOff val="2341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Restitution</a:t>
            </a:r>
            <a:endParaRPr lang="fr-FR" sz="1100" kern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FA105C-F9B2-33E0-4F88-3ADFE6E4DD5F}"/>
              </a:ext>
            </a:extLst>
          </p:cNvPr>
          <p:cNvSpPr/>
          <p:nvPr/>
        </p:nvSpPr>
        <p:spPr bwMode="auto">
          <a:xfrm>
            <a:off x="2171859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Analyser l’impact d’un retard sur la location suivante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Analyser le 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pricing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et comprendre les 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features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Filtrer les locations “</a:t>
            </a:r>
            <a:r>
              <a:rPr lang="fr-FR" sz="900" dirty="0" err="1"/>
              <a:t>ended</a:t>
            </a:r>
            <a:r>
              <a:rPr lang="fr-FR" sz="900" dirty="0"/>
              <a:t>” + nettoyage des champs (</a:t>
            </a:r>
            <a:r>
              <a:rPr lang="fr-FR" sz="900" dirty="0" err="1"/>
              <a:t>delay</a:t>
            </a:r>
            <a:r>
              <a:rPr lang="fr-FR" sz="900" dirty="0"/>
              <a:t>, gap, </a:t>
            </a:r>
            <a:r>
              <a:rPr lang="fr-FR" sz="900" dirty="0" err="1"/>
              <a:t>checkin_type</a:t>
            </a:r>
            <a:r>
              <a:rPr lang="fr-FR" sz="900" dirty="0"/>
              <a:t>)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Création des variables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BA5EF2-25A6-BC03-ABAC-0B16A10100AE}"/>
              </a:ext>
            </a:extLst>
          </p:cNvPr>
          <p:cNvSpPr/>
          <p:nvPr/>
        </p:nvSpPr>
        <p:spPr bwMode="auto">
          <a:xfrm>
            <a:off x="3850214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Quantifier les impacts : réduire les incidents vs impacter le volume de locations 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Tester plusieurs seuils T (0 → 120 min)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Mesurer : % cas problématiques résolus vs % locations affectées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Comparer recommandations : global vs 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Connect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CD9215-1E91-C227-9A00-9D2E28190AB3}"/>
              </a:ext>
            </a:extLst>
          </p:cNvPr>
          <p:cNvSpPr/>
          <p:nvPr/>
        </p:nvSpPr>
        <p:spPr bwMode="auto">
          <a:xfrm>
            <a:off x="5498432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Industrialiser la prédiction du prix de location (</a:t>
            </a:r>
            <a:r>
              <a:rPr lang="fr-FR" sz="900" dirty="0" err="1"/>
              <a:t>pricing</a:t>
            </a:r>
            <a:r>
              <a:rPr lang="fr-FR" sz="900" dirty="0"/>
              <a:t>)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Charger le modèle </a:t>
            </a:r>
            <a:r>
              <a:rPr lang="fr-FR" sz="900" dirty="0" err="1"/>
              <a:t>joblib</a:t>
            </a:r>
            <a:r>
              <a:rPr lang="fr-FR" sz="900" dirty="0"/>
              <a:t> + </a:t>
            </a:r>
            <a:r>
              <a:rPr lang="fr-FR" sz="900" dirty="0" err="1"/>
              <a:t>endpoint</a:t>
            </a:r>
            <a:r>
              <a:rPr lang="fr-FR" sz="900" dirty="0"/>
              <a:t> POST /</a:t>
            </a:r>
            <a:r>
              <a:rPr lang="fr-FR" sz="900" dirty="0" err="1"/>
              <a:t>predict</a:t>
            </a:r>
            <a:endParaRPr lang="fr-FR" sz="900" dirty="0"/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Déploiement sur </a:t>
            </a:r>
            <a:r>
              <a:rPr lang="fr-FR" sz="900" dirty="0" err="1"/>
              <a:t>Hugging</a:t>
            </a:r>
            <a:r>
              <a:rPr lang="fr-FR" sz="900" dirty="0"/>
              <a:t> Face </a:t>
            </a:r>
            <a:r>
              <a:rPr lang="fr-FR" sz="900" dirty="0" err="1"/>
              <a:t>Spaces</a:t>
            </a:r>
            <a:r>
              <a:rPr lang="fr-FR" sz="900" dirty="0"/>
              <a:t> (Docker)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898BF-E544-3A3A-F1C6-FD6EA5BEBE3E}"/>
              </a:ext>
            </a:extLst>
          </p:cNvPr>
          <p:cNvSpPr/>
          <p:nvPr/>
        </p:nvSpPr>
        <p:spPr bwMode="auto">
          <a:xfrm>
            <a:off x="7206916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Livraison d’un </a:t>
            </a:r>
            <a:r>
              <a:rPr lang="fr-FR" sz="900" dirty="0" err="1"/>
              <a:t>dashboard</a:t>
            </a:r>
            <a:r>
              <a:rPr lang="fr-FR" sz="900" dirty="0"/>
              <a:t> décisionnel intégré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Déploiement sur </a:t>
            </a:r>
            <a:r>
              <a:rPr lang="fr-FR" sz="900" dirty="0" err="1"/>
              <a:t>Hugging</a:t>
            </a:r>
            <a:r>
              <a:rPr lang="fr-FR" sz="900" dirty="0"/>
              <a:t> Face </a:t>
            </a:r>
            <a:r>
              <a:rPr lang="fr-FR" sz="900" dirty="0" err="1"/>
              <a:t>Spaces</a:t>
            </a:r>
            <a:r>
              <a:rPr lang="fr-FR" sz="900" dirty="0"/>
              <a:t> (Docker)</a:t>
            </a:r>
            <a:endParaRPr lang="fr-FR" sz="900" b="1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Recommandation de seuil (global / </a:t>
            </a:r>
            <a:r>
              <a:rPr lang="fr-FR" sz="900" dirty="0" err="1"/>
              <a:t>Connect</a:t>
            </a:r>
            <a:r>
              <a:rPr lang="fr-FR" sz="900" dirty="0"/>
              <a:t>) 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Dashboard </a:t>
            </a:r>
            <a:r>
              <a:rPr lang="fr-FR" sz="900" dirty="0" err="1"/>
              <a:t>Streamlit</a:t>
            </a:r>
            <a:r>
              <a:rPr lang="fr-FR" sz="900" dirty="0"/>
              <a:t> + </a:t>
            </a:r>
            <a:r>
              <a:rPr lang="fr-FR" sz="900" dirty="0" err="1"/>
              <a:t>endpoint</a:t>
            </a:r>
            <a:r>
              <a:rPr lang="fr-FR" sz="900" dirty="0"/>
              <a:t> API (</a:t>
            </a:r>
            <a:r>
              <a:rPr lang="fr-FR" sz="900" dirty="0" err="1"/>
              <a:t>pricing</a:t>
            </a:r>
            <a:r>
              <a:rPr lang="fr-FR" sz="900" dirty="0"/>
              <a:t>)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4" grpId="0" animBg="1"/>
      <p:bldP spid="5" grpId="0" animBg="1"/>
      <p:bldP spid="6" grpId="0" animBg="1"/>
      <p:bldP spid="7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02D340D-B8AB-12B1-1341-CA7D51F0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CCAE5A27-B2A2-0280-F66C-5CDBE7E24E20}"/>
              </a:ext>
            </a:extLst>
          </p:cNvPr>
          <p:cNvSpPr/>
          <p:nvPr/>
        </p:nvSpPr>
        <p:spPr>
          <a:xfrm>
            <a:off x="6374912" y="936409"/>
            <a:ext cx="2310321" cy="348427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158750" indent="0" algn="ctr">
              <a:buNone/>
            </a:pPr>
            <a:r>
              <a:rPr lang="fr-FR" sz="800" b="1" dirty="0"/>
              <a:t>API et</a:t>
            </a:r>
          </a:p>
          <a:p>
            <a:pPr marL="158750" indent="0" algn="ctr">
              <a:buNone/>
            </a:pPr>
            <a:r>
              <a:rPr lang="fr-FR" sz="800" b="1" dirty="0"/>
              <a:t>Application</a:t>
            </a: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55F95513-FB46-9FE4-91D4-34DF9BFEC6C4}"/>
              </a:ext>
            </a:extLst>
          </p:cNvPr>
          <p:cNvSpPr/>
          <p:nvPr/>
        </p:nvSpPr>
        <p:spPr>
          <a:xfrm>
            <a:off x="4346332" y="936409"/>
            <a:ext cx="2310321" cy="348427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b="1" dirty="0"/>
              <a:t>Entraînement et 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b="1" dirty="0"/>
              <a:t>suivi du modèle</a:t>
            </a:r>
            <a:endParaRPr lang="fr-FR" sz="800" kern="1200" dirty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4D928FD-3F68-ECAE-DF01-69E25D43D94B}"/>
              </a:ext>
            </a:extLst>
          </p:cNvPr>
          <p:cNvSpPr/>
          <p:nvPr/>
        </p:nvSpPr>
        <p:spPr>
          <a:xfrm>
            <a:off x="2293137" y="936409"/>
            <a:ext cx="2310321" cy="348427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158750" indent="0" algn="ctr">
              <a:buNone/>
            </a:pPr>
            <a:r>
              <a:rPr lang="fr-FR" sz="800" b="1" dirty="0"/>
              <a:t>Préparation et </a:t>
            </a:r>
          </a:p>
          <a:p>
            <a:pPr marL="158750" indent="0" algn="ctr">
              <a:buNone/>
            </a:pPr>
            <a:r>
              <a:rPr lang="fr-FR" sz="800" b="1" dirty="0"/>
              <a:t>nettoyage</a:t>
            </a:r>
          </a:p>
        </p:txBody>
      </p:sp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E0E7B8E7-F933-D99A-FC55-A7E0AFDF355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Process et pipeline data</a:t>
            </a: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A1784225-A032-0CBA-51D9-09FCED9F28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rme libre : forme 1">
            <a:extLst>
              <a:ext uri="{FF2B5EF4-FFF2-40B4-BE49-F238E27FC236}">
                <a16:creationId xmlns:a16="http://schemas.microsoft.com/office/drawing/2014/main" id="{F584810C-5501-210A-FC09-7E76BEE6CF2D}"/>
              </a:ext>
            </a:extLst>
          </p:cNvPr>
          <p:cNvSpPr/>
          <p:nvPr/>
        </p:nvSpPr>
        <p:spPr>
          <a:xfrm>
            <a:off x="252179" y="936409"/>
            <a:ext cx="2310321" cy="348427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b="1" dirty="0"/>
              <a:t>Collecte des données</a:t>
            </a:r>
            <a:endParaRPr lang="fr-FR" sz="800" kern="1200" dirty="0"/>
          </a:p>
        </p:txBody>
      </p:sp>
      <p:pic>
        <p:nvPicPr>
          <p:cNvPr id="2068" name="Picture 8">
            <a:extLst>
              <a:ext uri="{FF2B5EF4-FFF2-40B4-BE49-F238E27FC236}">
                <a16:creationId xmlns:a16="http://schemas.microsoft.com/office/drawing/2014/main" id="{9336168E-33DE-2E2C-3F3A-3E4FC0819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9" b="12963"/>
          <a:stretch>
            <a:fillRect/>
          </a:stretch>
        </p:blipFill>
        <p:spPr bwMode="auto">
          <a:xfrm>
            <a:off x="8471325" y="2479951"/>
            <a:ext cx="519001" cy="55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6" name="Google Shape;180;p8">
            <a:extLst>
              <a:ext uri="{FF2B5EF4-FFF2-40B4-BE49-F238E27FC236}">
                <a16:creationId xmlns:a16="http://schemas.microsoft.com/office/drawing/2014/main" id="{273A85B6-13FD-89FF-E669-100D308ACE82}"/>
              </a:ext>
            </a:extLst>
          </p:cNvPr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1" name="Connecteur droit avec flèche 2100">
            <a:extLst>
              <a:ext uri="{FF2B5EF4-FFF2-40B4-BE49-F238E27FC236}">
                <a16:creationId xmlns:a16="http://schemas.microsoft.com/office/drawing/2014/main" id="{47334CC6-EC52-DED0-C7E9-A5E77BF2B99A}"/>
              </a:ext>
            </a:extLst>
          </p:cNvPr>
          <p:cNvCxnSpPr>
            <a:cxnSpLocks/>
            <a:stCxn id="1074" idx="3"/>
            <a:endCxn id="2068" idx="1"/>
          </p:cNvCxnSpPr>
          <p:nvPr/>
        </p:nvCxnSpPr>
        <p:spPr>
          <a:xfrm>
            <a:off x="8259888" y="2755931"/>
            <a:ext cx="211437" cy="22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67D4A6C-3756-2775-B55E-F408743583CC}"/>
              </a:ext>
            </a:extLst>
          </p:cNvPr>
          <p:cNvSpPr/>
          <p:nvPr/>
        </p:nvSpPr>
        <p:spPr>
          <a:xfrm>
            <a:off x="6450927" y="1304200"/>
            <a:ext cx="2214439" cy="106642"/>
          </a:xfrm>
          <a:prstGeom prst="round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Tx/>
            </a:pPr>
            <a:r>
              <a:rPr lang="fr-FR" sz="800" b="1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Frontend</a:t>
            </a:r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A31CCBD7-31A9-6123-B61B-FB210F650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3" t="15290" r="18027" b="19432"/>
          <a:stretch>
            <a:fillRect/>
          </a:stretch>
        </p:blipFill>
        <p:spPr bwMode="auto">
          <a:xfrm>
            <a:off x="7188151" y="3722277"/>
            <a:ext cx="603504" cy="61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9" name="Connecteur : en angle 1028">
            <a:extLst>
              <a:ext uri="{FF2B5EF4-FFF2-40B4-BE49-F238E27FC236}">
                <a16:creationId xmlns:a16="http://schemas.microsoft.com/office/drawing/2014/main" id="{0E52F53C-5DBE-6D5C-C0A2-D6081CFAB7CB}"/>
              </a:ext>
            </a:extLst>
          </p:cNvPr>
          <p:cNvCxnSpPr>
            <a:cxnSpLocks/>
            <a:stCxn id="98" idx="0"/>
            <a:endCxn id="1074" idx="0"/>
          </p:cNvCxnSpPr>
          <p:nvPr/>
        </p:nvCxnSpPr>
        <p:spPr>
          <a:xfrm rot="16200000" flipH="1">
            <a:off x="5384933" y="-312122"/>
            <a:ext cx="164073" cy="4207429"/>
          </a:xfrm>
          <a:prstGeom prst="bentConnector3">
            <a:avLst>
              <a:gd name="adj1" fmla="val -8748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9FB5173D-B04A-5921-8DF1-AA3A6807A99D}"/>
              </a:ext>
            </a:extLst>
          </p:cNvPr>
          <p:cNvCxnSpPr>
            <a:cxnSpLocks/>
            <a:stCxn id="2068" idx="2"/>
            <a:endCxn id="57" idx="3"/>
          </p:cNvCxnSpPr>
          <p:nvPr/>
        </p:nvCxnSpPr>
        <p:spPr>
          <a:xfrm rot="5400000">
            <a:off x="8267815" y="2906335"/>
            <a:ext cx="336990" cy="589033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312BDD8-DFE7-14F2-1102-CA1CF6DFB976}"/>
              </a:ext>
            </a:extLst>
          </p:cNvPr>
          <p:cNvGrpSpPr/>
          <p:nvPr/>
        </p:nvGrpSpPr>
        <p:grpSpPr>
          <a:xfrm>
            <a:off x="278471" y="1458686"/>
            <a:ext cx="2014666" cy="3272971"/>
            <a:chOff x="278471" y="1458686"/>
            <a:chExt cx="2014666" cy="3272971"/>
          </a:xfrm>
        </p:grpSpPr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66A68388-D1A7-6AC6-5F1F-65E1A6494D4A}"/>
                </a:ext>
              </a:extLst>
            </p:cNvPr>
            <p:cNvCxnSpPr/>
            <p:nvPr/>
          </p:nvCxnSpPr>
          <p:spPr>
            <a:xfrm>
              <a:off x="2293137" y="1458686"/>
              <a:ext cx="0" cy="327297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DBB90402-3D1D-991F-9330-0A51CBF8C0D4}"/>
                </a:ext>
              </a:extLst>
            </p:cNvPr>
            <p:cNvGrpSpPr/>
            <p:nvPr/>
          </p:nvGrpSpPr>
          <p:grpSpPr>
            <a:xfrm>
              <a:off x="278471" y="1694386"/>
              <a:ext cx="1898391" cy="2883756"/>
              <a:chOff x="278471" y="1694386"/>
              <a:chExt cx="1898391" cy="2883756"/>
            </a:xfrm>
          </p:grpSpPr>
          <p:pic>
            <p:nvPicPr>
              <p:cNvPr id="127" name="Picture 8">
                <a:extLst>
                  <a:ext uri="{FF2B5EF4-FFF2-40B4-BE49-F238E27FC236}">
                    <a16:creationId xmlns:a16="http://schemas.microsoft.com/office/drawing/2014/main" id="{0DF6E305-58E0-10D9-0E90-7E26126193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4203"/>
              <a:stretch>
                <a:fillRect/>
              </a:stretch>
            </p:blipFill>
            <p:spPr bwMode="auto">
              <a:xfrm>
                <a:off x="1666945" y="2090436"/>
                <a:ext cx="492649" cy="5741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3" name="Picture 10">
                <a:extLst>
                  <a:ext uri="{FF2B5EF4-FFF2-40B4-BE49-F238E27FC236}">
                    <a16:creationId xmlns:a16="http://schemas.microsoft.com/office/drawing/2014/main" id="{FD816D59-77CA-1E04-DAC5-C8410FAC61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4775"/>
              <a:stretch>
                <a:fillRect/>
              </a:stretch>
            </p:blipFill>
            <p:spPr bwMode="auto">
              <a:xfrm>
                <a:off x="1684197" y="3519442"/>
                <a:ext cx="492665" cy="578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33B23519-5EFA-F17A-CAA2-6EF8A191B3CD}"/>
                  </a:ext>
                </a:extLst>
              </p:cNvPr>
              <p:cNvSpPr/>
              <p:nvPr/>
            </p:nvSpPr>
            <p:spPr>
              <a:xfrm>
                <a:off x="456435" y="1694386"/>
                <a:ext cx="972305" cy="2883756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6" name="Connecteur droit avec flèche 5">
                <a:extLst>
                  <a:ext uri="{FF2B5EF4-FFF2-40B4-BE49-F238E27FC236}">
                    <a16:creationId xmlns:a16="http://schemas.microsoft.com/office/drawing/2014/main" id="{804A8FE7-27C3-4C54-36F8-6A8C0900C5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9014" y="2383224"/>
                <a:ext cx="362079" cy="0"/>
              </a:xfrm>
              <a:prstGeom prst="straightConnector1">
                <a:avLst/>
              </a:prstGeom>
              <a:ln w="38100">
                <a:solidFill>
                  <a:srgbClr val="B266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eur droit avec flèche 9">
                <a:extLst>
                  <a:ext uri="{FF2B5EF4-FFF2-40B4-BE49-F238E27FC236}">
                    <a16:creationId xmlns:a16="http://schemas.microsoft.com/office/drawing/2014/main" id="{A34EFFD9-2B7F-223F-36C3-4CCC46291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9014" y="3808478"/>
                <a:ext cx="362079" cy="0"/>
              </a:xfrm>
              <a:prstGeom prst="straightConnector1">
                <a:avLst/>
              </a:prstGeom>
              <a:ln w="38100">
                <a:solidFill>
                  <a:srgbClr val="FF008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055C636B-537D-A701-AA90-857D3A44C1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00" t="16870" r="16971" b="17050"/>
              <a:stretch>
                <a:fillRect/>
              </a:stretch>
            </p:blipFill>
            <p:spPr bwMode="auto">
              <a:xfrm>
                <a:off x="754226" y="2182488"/>
                <a:ext cx="350993" cy="3449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4F9F1A5-8DFA-C4D6-D9C6-558B6A625216}"/>
                  </a:ext>
                </a:extLst>
              </p:cNvPr>
              <p:cNvSpPr txBox="1"/>
              <p:nvPr/>
            </p:nvSpPr>
            <p:spPr>
              <a:xfrm>
                <a:off x="278471" y="2602042"/>
                <a:ext cx="139021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b="1" dirty="0"/>
                  <a:t>Données de délais</a:t>
                </a:r>
              </a:p>
            </p:txBody>
          </p:sp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27F148E2-4FBF-942E-41DA-700170B497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00" t="16870" r="16971" b="17050"/>
              <a:stretch>
                <a:fillRect/>
              </a:stretch>
            </p:blipFill>
            <p:spPr bwMode="auto">
              <a:xfrm>
                <a:off x="754226" y="3323465"/>
                <a:ext cx="350993" cy="3449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5AB8D59-6F7D-6B3A-876B-E5C07C89454A}"/>
                  </a:ext>
                </a:extLst>
              </p:cNvPr>
              <p:cNvSpPr txBox="1"/>
              <p:nvPr/>
            </p:nvSpPr>
            <p:spPr>
              <a:xfrm>
                <a:off x="278471" y="3743019"/>
                <a:ext cx="139021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b="1" dirty="0"/>
                  <a:t>Données de </a:t>
                </a:r>
                <a:r>
                  <a:rPr lang="fr-FR" sz="700" b="1" dirty="0" err="1"/>
                  <a:t>pricing</a:t>
                </a:r>
                <a:endParaRPr lang="fr-FR" sz="700" b="1" dirty="0"/>
              </a:p>
            </p:txBody>
          </p:sp>
        </p:grp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6B48AF7-744C-ECFF-22D6-82CDE4FD8A8E}"/>
              </a:ext>
            </a:extLst>
          </p:cNvPr>
          <p:cNvGrpSpPr/>
          <p:nvPr/>
        </p:nvGrpSpPr>
        <p:grpSpPr>
          <a:xfrm>
            <a:off x="6881481" y="1873629"/>
            <a:ext cx="1389759" cy="1764982"/>
            <a:chOff x="6881481" y="1873629"/>
            <a:chExt cx="1389759" cy="1764982"/>
          </a:xfrm>
        </p:grpSpPr>
        <p:sp>
          <p:nvSpPr>
            <p:cNvPr id="2097" name="Rectangle 2096">
              <a:extLst>
                <a:ext uri="{FF2B5EF4-FFF2-40B4-BE49-F238E27FC236}">
                  <a16:creationId xmlns:a16="http://schemas.microsoft.com/office/drawing/2014/main" id="{ADF20F1D-E32A-83D7-1C9F-ED56E1ADF5A6}"/>
                </a:ext>
              </a:extLst>
            </p:cNvPr>
            <p:cNvSpPr/>
            <p:nvPr/>
          </p:nvSpPr>
          <p:spPr>
            <a:xfrm>
              <a:off x="7908699" y="3312398"/>
              <a:ext cx="362541" cy="3262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FCCA093A-E48A-7B59-31BE-E1F8F80AD6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61" t="20885" r="16005" b="23808"/>
            <a:stretch>
              <a:fillRect/>
            </a:stretch>
          </p:blipFill>
          <p:spPr bwMode="auto">
            <a:xfrm>
              <a:off x="7785778" y="1885388"/>
              <a:ext cx="435834" cy="266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3E4E5C19-19D1-7DB3-6126-771BB460CA7E}"/>
                </a:ext>
              </a:extLst>
            </p:cNvPr>
            <p:cNvSpPr/>
            <p:nvPr/>
          </p:nvSpPr>
          <p:spPr>
            <a:xfrm>
              <a:off x="7018263" y="2271252"/>
              <a:ext cx="1098685" cy="41552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C4EB1607-BC4B-15A3-0324-3D29B9154D63}"/>
                </a:ext>
              </a:extLst>
            </p:cNvPr>
            <p:cNvSpPr txBox="1"/>
            <p:nvPr/>
          </p:nvSpPr>
          <p:spPr>
            <a:xfrm>
              <a:off x="6985463" y="2328730"/>
              <a:ext cx="11563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dirty="0"/>
                <a:t>EDA </a:t>
              </a:r>
            </a:p>
            <a:p>
              <a:pPr algn="ctr"/>
              <a:r>
                <a:rPr lang="fr-FR" sz="700" dirty="0"/>
                <a:t>descriptive</a:t>
              </a:r>
            </a:p>
          </p:txBody>
        </p:sp>
        <p:sp>
          <p:nvSpPr>
            <p:cNvPr id="56" name="Rectangle : coins arrondis 55">
              <a:extLst>
                <a:ext uri="{FF2B5EF4-FFF2-40B4-BE49-F238E27FC236}">
                  <a16:creationId xmlns:a16="http://schemas.microsoft.com/office/drawing/2014/main" id="{34BB09D2-59B3-0F52-1024-4F32B01B2F53}"/>
                </a:ext>
              </a:extLst>
            </p:cNvPr>
            <p:cNvSpPr/>
            <p:nvPr/>
          </p:nvSpPr>
          <p:spPr>
            <a:xfrm>
              <a:off x="7012431" y="3200200"/>
              <a:ext cx="1104517" cy="3542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685F5B80-27B1-45A6-3DF8-0CF7271056CC}"/>
                </a:ext>
              </a:extLst>
            </p:cNvPr>
            <p:cNvSpPr txBox="1"/>
            <p:nvPr/>
          </p:nvSpPr>
          <p:spPr>
            <a:xfrm>
              <a:off x="6985463" y="3253930"/>
              <a:ext cx="11563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dirty="0"/>
                <a:t>/PREDICT </a:t>
              </a:r>
            </a:p>
          </p:txBody>
        </p:sp>
        <p:sp>
          <p:nvSpPr>
            <p:cNvPr id="1074" name="Rectangle : coins arrondis 1073">
              <a:extLst>
                <a:ext uri="{FF2B5EF4-FFF2-40B4-BE49-F238E27FC236}">
                  <a16:creationId xmlns:a16="http://schemas.microsoft.com/office/drawing/2014/main" id="{4162FACA-EA89-9D97-B392-632929E9443D}"/>
                </a:ext>
              </a:extLst>
            </p:cNvPr>
            <p:cNvSpPr/>
            <p:nvPr/>
          </p:nvSpPr>
          <p:spPr>
            <a:xfrm>
              <a:off x="6881481" y="1873629"/>
              <a:ext cx="1378407" cy="1764604"/>
            </a:xfrm>
            <a:prstGeom prst="roundRect">
              <a:avLst>
                <a:gd name="adj" fmla="val 7978"/>
              </a:avLst>
            </a:prstGeom>
            <a:noFill/>
            <a:ln w="952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1" name="Picture 14">
              <a:extLst>
                <a:ext uri="{FF2B5EF4-FFF2-40B4-BE49-F238E27FC236}">
                  <a16:creationId xmlns:a16="http://schemas.microsoft.com/office/drawing/2014/main" id="{174134F5-72A3-DA25-E671-C7DDD8DFA8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54" t="18548" b="24342"/>
            <a:stretch>
              <a:fillRect/>
            </a:stretch>
          </p:blipFill>
          <p:spPr bwMode="auto">
            <a:xfrm>
              <a:off x="6885019" y="1985270"/>
              <a:ext cx="800992" cy="179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4BA37FE-DD89-0B23-6089-5FD37763331C}"/>
                </a:ext>
              </a:extLst>
            </p:cNvPr>
            <p:cNvSpPr/>
            <p:nvPr/>
          </p:nvSpPr>
          <p:spPr>
            <a:xfrm>
              <a:off x="7624519" y="2020902"/>
              <a:ext cx="122984" cy="122984"/>
            </a:xfrm>
            <a:prstGeom prst="ellipse">
              <a:avLst/>
            </a:prstGeom>
            <a:solidFill>
              <a:srgbClr val="4154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/>
                <a:t>+</a:t>
              </a:r>
            </a:p>
          </p:txBody>
        </p:sp>
        <p:sp>
          <p:nvSpPr>
            <p:cNvPr id="69" name="Rectangle : coins arrondis 68">
              <a:extLst>
                <a:ext uri="{FF2B5EF4-FFF2-40B4-BE49-F238E27FC236}">
                  <a16:creationId xmlns:a16="http://schemas.microsoft.com/office/drawing/2014/main" id="{B85D8442-0D2E-AD63-523E-6F120E99781A}"/>
                </a:ext>
              </a:extLst>
            </p:cNvPr>
            <p:cNvSpPr/>
            <p:nvPr/>
          </p:nvSpPr>
          <p:spPr>
            <a:xfrm>
              <a:off x="7012431" y="2752111"/>
              <a:ext cx="1104517" cy="3542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860A4D78-736B-6187-48BA-98841BDF3933}"/>
                </a:ext>
              </a:extLst>
            </p:cNvPr>
            <p:cNvSpPr txBox="1"/>
            <p:nvPr/>
          </p:nvSpPr>
          <p:spPr>
            <a:xfrm>
              <a:off x="6985463" y="2805841"/>
              <a:ext cx="11563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dirty="0"/>
                <a:t>Analyse des seuils 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0042F9D-CAB4-F2F8-EF48-EB70D2F5E683}"/>
              </a:ext>
            </a:extLst>
          </p:cNvPr>
          <p:cNvGrpSpPr/>
          <p:nvPr/>
        </p:nvGrpSpPr>
        <p:grpSpPr>
          <a:xfrm>
            <a:off x="2159594" y="1304200"/>
            <a:ext cx="4264079" cy="3427457"/>
            <a:chOff x="2159594" y="1304200"/>
            <a:chExt cx="4264079" cy="3427457"/>
          </a:xfrm>
        </p:grpSpPr>
        <p:sp>
          <p:nvSpPr>
            <p:cNvPr id="98" name="Rectangle : coins arrondis 97">
              <a:extLst>
                <a:ext uri="{FF2B5EF4-FFF2-40B4-BE49-F238E27FC236}">
                  <a16:creationId xmlns:a16="http://schemas.microsoft.com/office/drawing/2014/main" id="{DC03F088-F580-351B-D5FE-5AE0A2FB4E6B}"/>
                </a:ext>
              </a:extLst>
            </p:cNvPr>
            <p:cNvSpPr/>
            <p:nvPr/>
          </p:nvSpPr>
          <p:spPr>
            <a:xfrm>
              <a:off x="2496506" y="1709556"/>
              <a:ext cx="1733500" cy="2867668"/>
            </a:xfrm>
            <a:prstGeom prst="roundRect">
              <a:avLst/>
            </a:prstGeom>
            <a:solidFill>
              <a:srgbClr val="F7F7F7"/>
            </a:solidFill>
            <a:ln w="952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564CE1A9-869C-774B-0E58-18DB76A3FCD2}"/>
                </a:ext>
              </a:extLst>
            </p:cNvPr>
            <p:cNvSpPr/>
            <p:nvPr/>
          </p:nvSpPr>
          <p:spPr>
            <a:xfrm>
              <a:off x="2305374" y="1304200"/>
              <a:ext cx="4118299" cy="106642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Tx/>
              </a:pPr>
              <a:r>
                <a:rPr lang="fr-FR" sz="800" b="1" kern="1200" dirty="0">
                  <a:solidFill>
                    <a:schemeClr val="bg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Backend</a:t>
              </a:r>
            </a:p>
          </p:txBody>
        </p:sp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AEAEB6F6-E6B3-2BA6-860A-9983C6A790DD}"/>
                </a:ext>
              </a:extLst>
            </p:cNvPr>
            <p:cNvSpPr/>
            <p:nvPr/>
          </p:nvSpPr>
          <p:spPr>
            <a:xfrm>
              <a:off x="2645065" y="3303259"/>
              <a:ext cx="1404308" cy="1189980"/>
            </a:xfrm>
            <a:prstGeom prst="roundRect">
              <a:avLst/>
            </a:prstGeom>
            <a:noFill/>
            <a:ln w="9525">
              <a:solidFill>
                <a:srgbClr val="FF008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2F5C326A-12BF-B849-9176-2CB67D7A7ED9}"/>
                </a:ext>
              </a:extLst>
            </p:cNvPr>
            <p:cNvCxnSpPr/>
            <p:nvPr/>
          </p:nvCxnSpPr>
          <p:spPr>
            <a:xfrm>
              <a:off x="4378905" y="1458686"/>
              <a:ext cx="0" cy="327297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74B2057-34BC-1980-9671-44A128491597}"/>
                </a:ext>
              </a:extLst>
            </p:cNvPr>
            <p:cNvSpPr/>
            <p:nvPr/>
          </p:nvSpPr>
          <p:spPr>
            <a:xfrm>
              <a:off x="2643777" y="1807995"/>
              <a:ext cx="1409398" cy="1197750"/>
            </a:xfrm>
            <a:prstGeom prst="roundRect">
              <a:avLst/>
            </a:prstGeom>
            <a:noFill/>
            <a:ln w="9525">
              <a:solidFill>
                <a:srgbClr val="B266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16" name="Picture 4">
              <a:extLst>
                <a:ext uri="{FF2B5EF4-FFF2-40B4-BE49-F238E27FC236}">
                  <a16:creationId xmlns:a16="http://schemas.microsoft.com/office/drawing/2014/main" id="{B7DCCBAF-8A38-3C4F-0798-30A393D5D2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93" t="7524" r="12698" b="43966"/>
            <a:stretch>
              <a:fillRect/>
            </a:stretch>
          </p:blipFill>
          <p:spPr bwMode="auto">
            <a:xfrm>
              <a:off x="3150917" y="2125035"/>
              <a:ext cx="489954" cy="500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7" name="Picture 6">
              <a:extLst>
                <a:ext uri="{FF2B5EF4-FFF2-40B4-BE49-F238E27FC236}">
                  <a16:creationId xmlns:a16="http://schemas.microsoft.com/office/drawing/2014/main" id="{B3747ED9-0378-A202-7151-54782D96CF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15" t="12234" r="33730" b="47839"/>
            <a:stretch>
              <a:fillRect/>
            </a:stretch>
          </p:blipFill>
          <p:spPr bwMode="auto">
            <a:xfrm>
              <a:off x="3115897" y="3562385"/>
              <a:ext cx="524974" cy="5040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D8A48580-543E-68C9-355D-6C2F58EACB96}"/>
                </a:ext>
              </a:extLst>
            </p:cNvPr>
            <p:cNvCxnSpPr>
              <a:cxnSpLocks/>
              <a:stCxn id="127" idx="3"/>
              <a:endCxn id="116" idx="1"/>
            </p:cNvCxnSpPr>
            <p:nvPr/>
          </p:nvCxnSpPr>
          <p:spPr>
            <a:xfrm flipV="1">
              <a:off x="2159594" y="2375252"/>
              <a:ext cx="991323" cy="2280"/>
            </a:xfrm>
            <a:prstGeom prst="straightConnector1">
              <a:avLst/>
            </a:prstGeom>
            <a:ln w="38100">
              <a:solidFill>
                <a:srgbClr val="B2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7965C0EE-9642-2EA9-734C-AF9138078030}"/>
                </a:ext>
              </a:extLst>
            </p:cNvPr>
            <p:cNvCxnSpPr>
              <a:cxnSpLocks/>
              <a:stCxn id="1033" idx="3"/>
              <a:endCxn id="117" idx="1"/>
            </p:cNvCxnSpPr>
            <p:nvPr/>
          </p:nvCxnSpPr>
          <p:spPr>
            <a:xfrm>
              <a:off x="2176862" y="3808478"/>
              <a:ext cx="939035" cy="5928"/>
            </a:xfrm>
            <a:prstGeom prst="straightConnector1">
              <a:avLst/>
            </a:prstGeom>
            <a:ln w="38100">
              <a:solidFill>
                <a:srgbClr val="FF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6F47604A-F072-9B2B-A28D-D050592AE8FB}"/>
                </a:ext>
              </a:extLst>
            </p:cNvPr>
            <p:cNvSpPr txBox="1"/>
            <p:nvPr/>
          </p:nvSpPr>
          <p:spPr>
            <a:xfrm>
              <a:off x="2674708" y="2666628"/>
              <a:ext cx="13902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dirty="0"/>
                <a:t>Extraction insights exploitables</a:t>
              </a:r>
            </a:p>
          </p:txBody>
        </p:sp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AD07C0C2-29F2-C798-AE29-8343FB635B5B}"/>
                </a:ext>
              </a:extLst>
            </p:cNvPr>
            <p:cNvSpPr txBox="1"/>
            <p:nvPr/>
          </p:nvSpPr>
          <p:spPr>
            <a:xfrm>
              <a:off x="2674708" y="4098066"/>
              <a:ext cx="13902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dirty="0"/>
                <a:t>Extraction insights exploitables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D0B1AC1E-0065-2127-FAAC-535807A8D6EB}"/>
              </a:ext>
            </a:extLst>
          </p:cNvPr>
          <p:cNvGrpSpPr/>
          <p:nvPr/>
        </p:nvGrpSpPr>
        <p:grpSpPr>
          <a:xfrm>
            <a:off x="4049373" y="1458686"/>
            <a:ext cx="2401555" cy="3272971"/>
            <a:chOff x="4049373" y="1458686"/>
            <a:chExt cx="2401555" cy="3272971"/>
          </a:xfrm>
        </p:grpSpPr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DD9C7B50-C6F5-7260-C61A-2CAE5E4C0BF7}"/>
                </a:ext>
              </a:extLst>
            </p:cNvPr>
            <p:cNvCxnSpPr/>
            <p:nvPr/>
          </p:nvCxnSpPr>
          <p:spPr>
            <a:xfrm>
              <a:off x="6450928" y="1458686"/>
              <a:ext cx="0" cy="327297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135630BC-F5F0-17C1-438A-A312C16997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0470" y="2629059"/>
              <a:ext cx="781468" cy="5643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1B3822DD-A0E9-A37F-0DE9-40781F1C3D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54" t="18548" b="24342"/>
            <a:stretch>
              <a:fillRect/>
            </a:stretch>
          </p:blipFill>
          <p:spPr bwMode="auto">
            <a:xfrm>
              <a:off x="4575513" y="2811008"/>
              <a:ext cx="1009143" cy="225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Rectangle : coins arrondis 46">
              <a:extLst>
                <a:ext uri="{FF2B5EF4-FFF2-40B4-BE49-F238E27FC236}">
                  <a16:creationId xmlns:a16="http://schemas.microsoft.com/office/drawing/2014/main" id="{481D51B6-7D43-7926-6891-407782B836DE}"/>
                </a:ext>
              </a:extLst>
            </p:cNvPr>
            <p:cNvSpPr/>
            <p:nvPr/>
          </p:nvSpPr>
          <p:spPr>
            <a:xfrm>
              <a:off x="4883346" y="3117246"/>
              <a:ext cx="1107899" cy="56028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FE31E2F0-6B8A-B0EE-9044-0597F28AE28A}"/>
                </a:ext>
              </a:extLst>
            </p:cNvPr>
            <p:cNvSpPr txBox="1"/>
            <p:nvPr/>
          </p:nvSpPr>
          <p:spPr>
            <a:xfrm>
              <a:off x="4909152" y="3254964"/>
              <a:ext cx="10796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dirty="0" err="1"/>
                <a:t>Tracking</a:t>
              </a:r>
              <a:r>
                <a:rPr lang="fr-FR" sz="800" b="1" dirty="0"/>
                <a:t> du modèle</a:t>
              </a:r>
            </a:p>
          </p:txBody>
        </p:sp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8486A803-5325-E4EE-E6D1-9C2310E9372C}"/>
                </a:ext>
              </a:extLst>
            </p:cNvPr>
            <p:cNvSpPr/>
            <p:nvPr/>
          </p:nvSpPr>
          <p:spPr>
            <a:xfrm>
              <a:off x="4881636" y="3967103"/>
              <a:ext cx="1109609" cy="5253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D45817E9-F26B-F5AC-E969-2DB4F41AE334}"/>
                </a:ext>
              </a:extLst>
            </p:cNvPr>
            <p:cNvSpPr txBox="1"/>
            <p:nvPr/>
          </p:nvSpPr>
          <p:spPr>
            <a:xfrm>
              <a:off x="4911591" y="4082750"/>
              <a:ext cx="10796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dirty="0"/>
                <a:t>Registre et runs du modèle</a:t>
              </a:r>
            </a:p>
          </p:txBody>
        </p:sp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A2294E8E-D08B-505D-5B9D-D8788A9CD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1140" y="2948983"/>
              <a:ext cx="711670" cy="374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Image 50" descr="Une image contenant art, pixel, conception&#10;&#10;Le contenu généré par l’IA peut être incorrect.">
              <a:extLst>
                <a:ext uri="{FF2B5EF4-FFF2-40B4-BE49-F238E27FC236}">
                  <a16:creationId xmlns:a16="http://schemas.microsoft.com/office/drawing/2014/main" id="{054FB5AB-F043-1139-CFA8-44C9034D1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76380" y="3880244"/>
              <a:ext cx="247189" cy="295703"/>
            </a:xfrm>
            <a:prstGeom prst="rect">
              <a:avLst/>
            </a:prstGeom>
          </p:spPr>
        </p:pic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7A45A31B-42CC-CB8B-442E-3576FB243381}"/>
                </a:ext>
              </a:extLst>
            </p:cNvPr>
            <p:cNvSpPr/>
            <p:nvPr/>
          </p:nvSpPr>
          <p:spPr>
            <a:xfrm>
              <a:off x="5535850" y="2856670"/>
              <a:ext cx="122984" cy="122984"/>
            </a:xfrm>
            <a:prstGeom prst="ellipse">
              <a:avLst/>
            </a:prstGeom>
            <a:solidFill>
              <a:srgbClr val="4154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/>
                <a:t>+</a:t>
              </a:r>
            </a:p>
          </p:txBody>
        </p:sp>
        <p:sp>
          <p:nvSpPr>
            <p:cNvPr id="53" name="Rectangle : coins arrondis 52">
              <a:extLst>
                <a:ext uri="{FF2B5EF4-FFF2-40B4-BE49-F238E27FC236}">
                  <a16:creationId xmlns:a16="http://schemas.microsoft.com/office/drawing/2014/main" id="{CF1F8123-FC2A-EF28-8139-FC1D62216C5F}"/>
                </a:ext>
              </a:extLst>
            </p:cNvPr>
            <p:cNvSpPr/>
            <p:nvPr/>
          </p:nvSpPr>
          <p:spPr>
            <a:xfrm>
              <a:off x="4531529" y="2733328"/>
              <a:ext cx="1796425" cy="1837885"/>
            </a:xfrm>
            <a:prstGeom prst="roundRect">
              <a:avLst>
                <a:gd name="adj" fmla="val 10895"/>
              </a:avLst>
            </a:prstGeom>
            <a:noFill/>
            <a:ln w="9525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046" name="Connecteur droit avec flèche 1045">
              <a:extLst>
                <a:ext uri="{FF2B5EF4-FFF2-40B4-BE49-F238E27FC236}">
                  <a16:creationId xmlns:a16="http://schemas.microsoft.com/office/drawing/2014/main" id="{F59A3777-3D90-7CA7-F89E-8874DA5F6283}"/>
                </a:ext>
              </a:extLst>
            </p:cNvPr>
            <p:cNvCxnSpPr>
              <a:cxnSpLocks/>
              <a:stCxn id="46" idx="2"/>
              <a:endCxn id="53" idx="0"/>
            </p:cNvCxnSpPr>
            <p:nvPr/>
          </p:nvCxnSpPr>
          <p:spPr>
            <a:xfrm>
              <a:off x="5427620" y="2302794"/>
              <a:ext cx="2122" cy="430534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Connecteur droit avec flèche 1067">
              <a:extLst>
                <a:ext uri="{FF2B5EF4-FFF2-40B4-BE49-F238E27FC236}">
                  <a16:creationId xmlns:a16="http://schemas.microsoft.com/office/drawing/2014/main" id="{3FF98031-1DCE-7770-7F38-10F134A37AB2}"/>
                </a:ext>
              </a:extLst>
            </p:cNvPr>
            <p:cNvCxnSpPr>
              <a:cxnSpLocks/>
              <a:stCxn id="47" idx="2"/>
              <a:endCxn id="49" idx="0"/>
            </p:cNvCxnSpPr>
            <p:nvPr/>
          </p:nvCxnSpPr>
          <p:spPr>
            <a:xfrm flipH="1">
              <a:off x="5436441" y="3677531"/>
              <a:ext cx="855" cy="289572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 : coins arrondis 45">
              <a:extLst>
                <a:ext uri="{FF2B5EF4-FFF2-40B4-BE49-F238E27FC236}">
                  <a16:creationId xmlns:a16="http://schemas.microsoft.com/office/drawing/2014/main" id="{E433E364-4228-6856-536E-34873F6A6DC3}"/>
                </a:ext>
              </a:extLst>
            </p:cNvPr>
            <p:cNvSpPr/>
            <p:nvPr/>
          </p:nvSpPr>
          <p:spPr>
            <a:xfrm>
              <a:off x="4809680" y="1817936"/>
              <a:ext cx="1235879" cy="48485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748B16F9-6C53-91C1-4712-424BF6CE8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049" y="1580684"/>
              <a:ext cx="506762" cy="50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682088E1-064C-5214-7A97-A059E4869B55}"/>
                </a:ext>
              </a:extLst>
            </p:cNvPr>
            <p:cNvSpPr txBox="1"/>
            <p:nvPr/>
          </p:nvSpPr>
          <p:spPr>
            <a:xfrm>
              <a:off x="4913179" y="1841943"/>
              <a:ext cx="10796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dirty="0"/>
                <a:t>Entraînement du modèle</a:t>
              </a:r>
            </a:p>
          </p:txBody>
        </p:sp>
        <p:cxnSp>
          <p:nvCxnSpPr>
            <p:cNvPr id="115" name="Connecteur : en angle 114">
              <a:extLst>
                <a:ext uri="{FF2B5EF4-FFF2-40B4-BE49-F238E27FC236}">
                  <a16:creationId xmlns:a16="http://schemas.microsoft.com/office/drawing/2014/main" id="{1267B070-CF6F-C2A5-B016-B08943C892F5}"/>
                </a:ext>
              </a:extLst>
            </p:cNvPr>
            <p:cNvCxnSpPr>
              <a:stCxn id="39" idx="3"/>
              <a:endCxn id="46" idx="1"/>
            </p:cNvCxnSpPr>
            <p:nvPr/>
          </p:nvCxnSpPr>
          <p:spPr>
            <a:xfrm flipV="1">
              <a:off x="4049373" y="2060365"/>
              <a:ext cx="760307" cy="1837884"/>
            </a:xfrm>
            <a:prstGeom prst="bentConnector3">
              <a:avLst>
                <a:gd name="adj1" fmla="val 53729"/>
              </a:avLst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9" name="Connecteur : en angle 118">
            <a:extLst>
              <a:ext uri="{FF2B5EF4-FFF2-40B4-BE49-F238E27FC236}">
                <a16:creationId xmlns:a16="http://schemas.microsoft.com/office/drawing/2014/main" id="{E97E0388-36EE-975B-25B8-E036BF3C150B}"/>
              </a:ext>
            </a:extLst>
          </p:cNvPr>
          <p:cNvCxnSpPr>
            <a:cxnSpLocks/>
            <a:stCxn id="49" idx="2"/>
            <a:endCxn id="43" idx="2"/>
          </p:cNvCxnSpPr>
          <p:nvPr/>
        </p:nvCxnSpPr>
        <p:spPr>
          <a:xfrm rot="5400000" flipH="1" flipV="1">
            <a:off x="6387737" y="3390297"/>
            <a:ext cx="150870" cy="2053462"/>
          </a:xfrm>
          <a:prstGeom prst="bentConnector3">
            <a:avLst>
              <a:gd name="adj1" fmla="val -217298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 : en angle 125">
            <a:extLst>
              <a:ext uri="{FF2B5EF4-FFF2-40B4-BE49-F238E27FC236}">
                <a16:creationId xmlns:a16="http://schemas.microsoft.com/office/drawing/2014/main" id="{1B5C4A46-BA60-0270-5319-66310D068110}"/>
              </a:ext>
            </a:extLst>
          </p:cNvPr>
          <p:cNvCxnSpPr>
            <a:stCxn id="43" idx="3"/>
          </p:cNvCxnSpPr>
          <p:nvPr/>
        </p:nvCxnSpPr>
        <p:spPr>
          <a:xfrm flipV="1">
            <a:off x="7791655" y="3638233"/>
            <a:ext cx="350138" cy="393702"/>
          </a:xfrm>
          <a:prstGeom prst="bentConnector2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75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2" grpId="0" animBg="1"/>
      <p:bldP spid="18" grpId="0" animBg="1"/>
      <p:bldP spid="2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des retards et seuils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94E73EE0-F6F1-CDDF-FA4B-05D7CA1DA99B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FDD3CA48-ED30-7B8E-6211-AABF478FAB0C}"/>
              </a:ext>
            </a:extLst>
          </p:cNvPr>
          <p:cNvSpPr txBox="1">
            <a:spLocks/>
          </p:cNvSpPr>
          <p:nvPr/>
        </p:nvSpPr>
        <p:spPr>
          <a:xfrm>
            <a:off x="539752" y="3696984"/>
            <a:ext cx="8458333" cy="963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: </a:t>
            </a:r>
            <a:endParaRPr lang="fr-FR" sz="1000" dirty="0"/>
          </a:p>
          <a:p>
            <a:pPr>
              <a:buSzPct val="100000"/>
            </a:pPr>
            <a:r>
              <a:rPr lang="fr-FR" sz="1000" b="1" dirty="0"/>
              <a:t>Mobile est plus à risque que </a:t>
            </a:r>
            <a:r>
              <a:rPr lang="fr-FR" sz="1000" b="1" dirty="0" err="1"/>
              <a:t>Connect</a:t>
            </a:r>
            <a:r>
              <a:rPr lang="fr-FR" sz="1000" b="1" dirty="0"/>
              <a:t> : </a:t>
            </a:r>
            <a:r>
              <a:rPr lang="fr-FR" sz="1000" dirty="0"/>
              <a:t>le taux d’impact sur la location suivante est plus élevé (global et parmi les retards)</a:t>
            </a:r>
          </a:p>
          <a:p>
            <a:pPr>
              <a:buSzPct val="100000"/>
            </a:pPr>
            <a:r>
              <a:rPr lang="fr-FR" sz="1000" b="1" dirty="0"/>
              <a:t>Plus le seuil T augmente, plus on résout de cas problématiques</a:t>
            </a:r>
            <a:r>
              <a:rPr lang="fr-FR" sz="1000" dirty="0"/>
              <a:t>, avec un gain qui ralentit après  60 à 90 min</a:t>
            </a:r>
          </a:p>
          <a:p>
            <a:pPr>
              <a:buSzPct val="100000"/>
            </a:pPr>
            <a:r>
              <a:rPr lang="fr-FR" sz="1000" b="1" dirty="0"/>
              <a:t>Mise en perspective </a:t>
            </a:r>
            <a:r>
              <a:rPr lang="fr-FR" sz="1000" dirty="0"/>
              <a:t>: augmenter T réduit les incidents, mais </a:t>
            </a:r>
            <a:r>
              <a:rPr lang="fr-FR" sz="1000" b="1" dirty="0"/>
              <a:t>augmente aussi la part de locations “affectées”</a:t>
            </a:r>
            <a:r>
              <a:rPr lang="fr-FR" sz="1000" dirty="0"/>
              <a:t> (plus de contraintes opérationnelles / potentielle perte de revenu)</a:t>
            </a:r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3629B4BD-B2F9-58A6-5FC6-4984E061B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853" y="967388"/>
            <a:ext cx="5160231" cy="25323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Image 8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E79FD801-E0AC-4B92-A695-66B1893EF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967388"/>
            <a:ext cx="3406269" cy="22291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85DEE6F-C9A3-C38B-C4A7-0CCF698A4970}"/>
              </a:ext>
            </a:extLst>
          </p:cNvPr>
          <p:cNvSpPr txBox="1"/>
          <p:nvPr/>
        </p:nvSpPr>
        <p:spPr>
          <a:xfrm>
            <a:off x="7704792" y="313600"/>
            <a:ext cx="1156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hlinkClick r:id="rId6"/>
              </a:rPr>
              <a:t>Lien Dashboard</a:t>
            </a:r>
            <a:endParaRPr lang="fr-FR" sz="8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58CD5F5-AD06-8901-DFBF-D6AD8757D2F5}"/>
              </a:ext>
            </a:extLst>
          </p:cNvPr>
          <p:cNvCxnSpPr>
            <a:cxnSpLocks/>
          </p:cNvCxnSpPr>
          <p:nvPr/>
        </p:nvCxnSpPr>
        <p:spPr>
          <a:xfrm>
            <a:off x="7134931" y="440687"/>
            <a:ext cx="569861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1A3EEF4-87D8-4B5A-59AC-470EBC11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73F4759-A2CD-EDAF-80BD-3BC77DD2BFB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du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pricing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F38E94D9-7FC4-AF66-1B78-A6FE1F5E86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CDD9591-24BE-1179-0636-4EB8CBE78F13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76E9278C-7EA3-4D2F-4E84-80419072994F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35334BC7-7CE9-9006-FA04-F168399E6CE1}"/>
              </a:ext>
            </a:extLst>
          </p:cNvPr>
          <p:cNvSpPr txBox="1">
            <a:spLocks/>
          </p:cNvSpPr>
          <p:nvPr/>
        </p:nvSpPr>
        <p:spPr>
          <a:xfrm>
            <a:off x="539752" y="3696985"/>
            <a:ext cx="8458333" cy="87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: </a:t>
            </a:r>
            <a:endParaRPr lang="fr-FR" sz="1000" dirty="0"/>
          </a:p>
          <a:p>
            <a:pPr>
              <a:buSzPct val="100000"/>
            </a:pPr>
            <a:r>
              <a:rPr lang="fr-FR" sz="1000" b="1" dirty="0"/>
              <a:t>Distribution : </a:t>
            </a:r>
            <a:r>
              <a:rPr lang="fr-FR" sz="1000" dirty="0"/>
              <a:t>Les prix sont concentrés autour de 100 à 150 euros/jour</a:t>
            </a:r>
          </a:p>
          <a:p>
            <a:pPr>
              <a:buSzPct val="100000"/>
            </a:pPr>
            <a:r>
              <a:rPr lang="fr-FR" sz="1000" b="1" dirty="0"/>
              <a:t>Effet kilométrage net</a:t>
            </a:r>
            <a:r>
              <a:rPr lang="fr-FR" sz="1000" dirty="0"/>
              <a:t> : plus le véhicule est kilométré, plus le </a:t>
            </a:r>
            <a:r>
              <a:rPr lang="fr-FR" sz="1000" b="1" dirty="0"/>
              <a:t>prix journalier diminue</a:t>
            </a:r>
            <a:r>
              <a:rPr lang="fr-FR" sz="1000" dirty="0"/>
              <a:t> </a:t>
            </a:r>
          </a:p>
          <a:p>
            <a:pPr>
              <a:buSzPct val="100000"/>
            </a:pPr>
            <a:r>
              <a:rPr lang="fr-FR" sz="1000" b="1" dirty="0"/>
              <a:t>Puissance moteur = prix en hausse </a:t>
            </a:r>
            <a:r>
              <a:rPr lang="fr-FR" sz="1000" dirty="0"/>
              <a:t>: tendance positive entre </a:t>
            </a:r>
            <a:r>
              <a:rPr lang="fr-FR" sz="1000" dirty="0" err="1"/>
              <a:t>engine_power</a:t>
            </a:r>
            <a:r>
              <a:rPr lang="fr-FR" sz="1000" dirty="0"/>
              <a:t> et prix (quelques </a:t>
            </a:r>
            <a:r>
              <a:rPr lang="fr-FR" sz="1000" dirty="0" err="1"/>
              <a:t>outliers</a:t>
            </a:r>
            <a:r>
              <a:rPr lang="fr-FR" sz="1000" dirty="0"/>
              <a:t> haut de gamme)</a:t>
            </a:r>
          </a:p>
        </p:txBody>
      </p:sp>
      <p:pic>
        <p:nvPicPr>
          <p:cNvPr id="5" name="Image 4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4EB7F8CD-546E-CADC-8391-0D9C99C54C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281"/>
          <a:stretch>
            <a:fillRect/>
          </a:stretch>
        </p:blipFill>
        <p:spPr>
          <a:xfrm>
            <a:off x="311700" y="1155588"/>
            <a:ext cx="3360077" cy="23222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Image 6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557275E3-16F4-A0C6-D032-B9431F2D2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534" y="1164359"/>
            <a:ext cx="2642911" cy="16395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Image 10" descr="Une image contenant texte, capture d’écran, Tracé, Police&#10;&#10;Le contenu généré par l’IA peut être incorrect.">
            <a:extLst>
              <a:ext uri="{FF2B5EF4-FFF2-40B4-BE49-F238E27FC236}">
                <a16:creationId xmlns:a16="http://schemas.microsoft.com/office/drawing/2014/main" id="{5C45AD1C-D185-F954-A183-6A9B1E7EC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202" y="1164359"/>
            <a:ext cx="2477327" cy="16395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0371228-CF33-F884-5AC0-C326F274EBC7}"/>
              </a:ext>
            </a:extLst>
          </p:cNvPr>
          <p:cNvSpPr txBox="1"/>
          <p:nvPr/>
        </p:nvSpPr>
        <p:spPr>
          <a:xfrm>
            <a:off x="7704792" y="313600"/>
            <a:ext cx="1156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hlinkClick r:id="rId7"/>
              </a:rPr>
              <a:t>Lien Dashboard</a:t>
            </a:r>
            <a:endParaRPr lang="fr-FR" sz="8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0B5A041-AC5D-5DBA-1D86-061A0B5A076F}"/>
              </a:ext>
            </a:extLst>
          </p:cNvPr>
          <p:cNvCxnSpPr>
            <a:cxnSpLocks/>
          </p:cNvCxnSpPr>
          <p:nvPr/>
        </p:nvCxnSpPr>
        <p:spPr>
          <a:xfrm>
            <a:off x="7134931" y="440687"/>
            <a:ext cx="569861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70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6B0FEED-70FB-9D49-B818-46F9A3EA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8E59089-9931-0EEA-4167-03A5C67E7DA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API </a:t>
            </a:r>
            <a:r>
              <a:rPr lang="fr-FR" sz="14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 </a:t>
            </a:r>
            <a:r>
              <a:rPr lang="fr-FR" sz="14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endpoint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85B455A-F9E2-AFD7-EF5F-8711120913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9AE9057-A49A-9782-F0A9-5D599D551317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Image 6" descr="Une image contenant texte, logiciel, Logiciel multimédia, Page web&#10;&#10;Le contenu généré par l’IA peut être incorrect.">
            <a:extLst>
              <a:ext uri="{FF2B5EF4-FFF2-40B4-BE49-F238E27FC236}">
                <a16:creationId xmlns:a16="http://schemas.microsoft.com/office/drawing/2014/main" id="{7E637A6D-C0E5-AC45-E631-3BF952354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609" y="2657085"/>
            <a:ext cx="6623232" cy="21848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Image 8" descr="Une image contenant texte, Police, ligne, nombre&#10;&#10;Le contenu généré par l’IA peut être incorrect.">
            <a:extLst>
              <a:ext uri="{FF2B5EF4-FFF2-40B4-BE49-F238E27FC236}">
                <a16:creationId xmlns:a16="http://schemas.microsoft.com/office/drawing/2014/main" id="{1A0AB63B-555A-7D1A-20F0-9FCD1055C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609" y="904050"/>
            <a:ext cx="5968410" cy="16677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3E6AFAA-9BC1-0914-791C-D884B954631B}"/>
              </a:ext>
            </a:extLst>
          </p:cNvPr>
          <p:cNvSpPr/>
          <p:nvPr/>
        </p:nvSpPr>
        <p:spPr>
          <a:xfrm>
            <a:off x="7733615" y="270191"/>
            <a:ext cx="1098685" cy="3330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D2FD86F-6877-09B6-1686-CCBF523EB58C}"/>
              </a:ext>
            </a:extLst>
          </p:cNvPr>
          <p:cNvSpPr txBox="1"/>
          <p:nvPr/>
        </p:nvSpPr>
        <p:spPr>
          <a:xfrm>
            <a:off x="7704792" y="313600"/>
            <a:ext cx="1156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hlinkClick r:id="rId6"/>
              </a:rPr>
              <a:t>Lien API</a:t>
            </a:r>
            <a:endParaRPr lang="fr-FR" sz="800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D0670E8-91DF-AB3D-821A-69F5771C4A09}"/>
              </a:ext>
            </a:extLst>
          </p:cNvPr>
          <p:cNvCxnSpPr>
            <a:cxnSpLocks/>
          </p:cNvCxnSpPr>
          <p:nvPr/>
        </p:nvCxnSpPr>
        <p:spPr>
          <a:xfrm>
            <a:off x="7134931" y="440687"/>
            <a:ext cx="569861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91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841D539-7B8F-55AD-3E8F-AE11A266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48C2581-5A53-DCA8-30B7-62504CD1E77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API </a:t>
            </a:r>
            <a:r>
              <a:rPr lang="fr-FR" sz="14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 </a:t>
            </a:r>
            <a:r>
              <a:rPr lang="fr-FR" sz="14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2987C46F-C73B-9812-C76C-111BEF39C9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82DC0B3-9137-B520-9AE6-6CEFFEF2C166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3B9E2E9-8FB5-90C8-A5F4-876A7165890C}"/>
              </a:ext>
            </a:extLst>
          </p:cNvPr>
          <p:cNvSpPr/>
          <p:nvPr/>
        </p:nvSpPr>
        <p:spPr>
          <a:xfrm>
            <a:off x="7733615" y="270191"/>
            <a:ext cx="1098685" cy="3330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13266B3-4E2F-7172-0117-748141B391BF}"/>
              </a:ext>
            </a:extLst>
          </p:cNvPr>
          <p:cNvSpPr txBox="1"/>
          <p:nvPr/>
        </p:nvSpPr>
        <p:spPr>
          <a:xfrm>
            <a:off x="7704792" y="313600"/>
            <a:ext cx="1156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hlinkClick r:id="rId4"/>
              </a:rPr>
              <a:t>Lien Dashboard</a:t>
            </a:r>
            <a:endParaRPr lang="fr-FR" sz="800" dirty="0"/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3A8993B1-2A30-49B2-0E27-17B0F15E320D}"/>
              </a:ext>
            </a:extLst>
          </p:cNvPr>
          <p:cNvCxnSpPr>
            <a:cxnSpLocks/>
          </p:cNvCxnSpPr>
          <p:nvPr/>
        </p:nvCxnSpPr>
        <p:spPr>
          <a:xfrm>
            <a:off x="7134931" y="440687"/>
            <a:ext cx="569861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F3C6359D-E14F-1674-3833-509A84A27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07" y="1316410"/>
            <a:ext cx="7811386" cy="30798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56220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39311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pour votre attention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36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36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801</Words>
  <Application>Microsoft Office PowerPoint</Application>
  <PresentationFormat>Affichage à l'écran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Inter Medium</vt:lpstr>
      <vt:lpstr>Wingdings</vt:lpstr>
      <vt:lpstr>Arial</vt:lpstr>
      <vt:lpstr>Calibri</vt:lpstr>
      <vt:lpstr>Inter SemiBold</vt:lpstr>
      <vt:lpstr>Simple Light</vt:lpstr>
      <vt:lpstr>1_Simple Light</vt:lpstr>
      <vt:lpstr>Getaround Analysis </vt:lpstr>
      <vt:lpstr>Ressourses projet</vt:lpstr>
      <vt:lpstr>Contexte et enjeu</vt:lpstr>
      <vt:lpstr>Méthodologie du projet</vt:lpstr>
      <vt:lpstr>Process et pipeline data</vt:lpstr>
      <vt:lpstr>Analyse des retards et seuils</vt:lpstr>
      <vt:lpstr>Analyse du pricing</vt:lpstr>
      <vt:lpstr>API via endpoint</vt:lpstr>
      <vt:lpstr>API via dashboard</vt:lpstr>
      <vt:lpstr>Merci pour votre attention 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Jean-Yves Vuillequez</dc:creator>
  <cp:lastModifiedBy>Jean-Yves Vuillequez</cp:lastModifiedBy>
  <cp:revision>240</cp:revision>
  <dcterms:modified xsi:type="dcterms:W3CDTF">2026-02-16T09:03:13Z</dcterms:modified>
</cp:coreProperties>
</file>