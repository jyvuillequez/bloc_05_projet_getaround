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  <p:sldMasterId id="2147483660" r:id="rId2"/>
  </p:sldMasterIdLst>
  <p:notesMasterIdLst>
    <p:notesMasterId r:id="rId6"/>
  </p:notesMasterIdLst>
  <p:sldIdLst>
    <p:sldId id="256" r:id="rId3"/>
    <p:sldId id="258" r:id="rId4"/>
    <p:sldId id="271" r:id="rId5"/>
  </p:sldIdLst>
  <p:sldSz cx="9144000" cy="5143500" type="screen16x9"/>
  <p:notesSz cx="6858000" cy="9144000"/>
  <p:embeddedFontLst>
    <p:embeddedFont>
      <p:font typeface="Inter Medium" panose="020B0604020202020204" charset="0"/>
      <p:regular r:id="rId7"/>
      <p:bold r:id="rId8"/>
      <p:italic r:id="rId9"/>
      <p:boldItalic r:id="rId10"/>
    </p:embeddedFont>
    <p:embeddedFont>
      <p:font typeface="Inter SemiBold" panose="020B0604020202020204" charset="0"/>
      <p:regular r:id="rId11"/>
      <p:bold r:id="rId12"/>
      <p:italic r:id="rId13"/>
      <p:boldItalic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44470"/>
    <a:srgbClr val="41545E"/>
    <a:srgbClr val="E4E9EB"/>
    <a:srgbClr val="0E34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2CA8FFA-FC6B-48AE-92FD-26D6FADFA2EC}" v="5" dt="2026-02-11T12:26:48.21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5" autoAdjust="0"/>
    <p:restoredTop sz="71913" autoAdjust="0"/>
  </p:normalViewPr>
  <p:slideViewPr>
    <p:cSldViewPr snapToGrid="0">
      <p:cViewPr varScale="1">
        <p:scale>
          <a:sx n="94" d="100"/>
          <a:sy n="94" d="100"/>
        </p:scale>
        <p:origin x="2016" y="312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2.fntdata"/><Relationship Id="rId13" Type="http://schemas.openxmlformats.org/officeDocument/2006/relationships/font" Target="fonts/font7.fntdata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font" Target="fonts/font1.fntdata"/><Relationship Id="rId12" Type="http://schemas.openxmlformats.org/officeDocument/2006/relationships/font" Target="fonts/font6.fntdata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font" Target="fonts/font5.fntdata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font" Target="fonts/font4.fntdata"/><Relationship Id="rId19" Type="http://schemas.microsoft.com/office/2016/11/relationships/changesInfo" Target="changesInfos/changesInfo1.xml"/><Relationship Id="rId4" Type="http://schemas.openxmlformats.org/officeDocument/2006/relationships/slide" Target="slides/slide2.xml"/><Relationship Id="rId9" Type="http://schemas.openxmlformats.org/officeDocument/2006/relationships/font" Target="fonts/font3.fntdata"/><Relationship Id="rId14" Type="http://schemas.openxmlformats.org/officeDocument/2006/relationships/font" Target="fonts/font8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an-Yves Vuillequez" userId="e7fac481abea6bd0" providerId="LiveId" clId="{79E365E8-22BC-4EC2-9606-9A9AC6CD1D22}"/>
    <pc:docChg chg="undo custSel addSld delSld modSld addMainMaster delMainMaster">
      <pc:chgData name="Jean-Yves Vuillequez" userId="e7fac481abea6bd0" providerId="LiveId" clId="{79E365E8-22BC-4EC2-9606-9A9AC6CD1D22}" dt="2026-02-11T12:26:59.660" v="103" actId="47"/>
      <pc:docMkLst>
        <pc:docMk/>
      </pc:docMkLst>
      <pc:sldChg chg="addSp modSp mod">
        <pc:chgData name="Jean-Yves Vuillequez" userId="e7fac481abea6bd0" providerId="LiveId" clId="{79E365E8-22BC-4EC2-9606-9A9AC6CD1D22}" dt="2026-02-11T12:26:53.968" v="102" actId="1038"/>
        <pc:sldMkLst>
          <pc:docMk/>
          <pc:sldMk cId="0" sldId="256"/>
        </pc:sldMkLst>
        <pc:spChg chg="add mod">
          <ac:chgData name="Jean-Yves Vuillequez" userId="e7fac481abea6bd0" providerId="LiveId" clId="{79E365E8-22BC-4EC2-9606-9A9AC6CD1D22}" dt="2026-02-11T12:26:53.968" v="102" actId="1038"/>
          <ac:spMkLst>
            <pc:docMk/>
            <pc:sldMk cId="0" sldId="256"/>
            <ac:spMk id="3" creationId="{124BAD35-7509-EAFD-F0C5-0C17E26060D0}"/>
          </ac:spMkLst>
        </pc:spChg>
        <pc:spChg chg="mod">
          <ac:chgData name="Jean-Yves Vuillequez" userId="e7fac481abea6bd0" providerId="LiveId" clId="{79E365E8-22BC-4EC2-9606-9A9AC6CD1D22}" dt="2026-02-11T12:26:48.213" v="99"/>
          <ac:spMkLst>
            <pc:docMk/>
            <pc:sldMk cId="0" sldId="256"/>
            <ac:spMk id="54" creationId="{00000000-0000-0000-0000-000000000000}"/>
          </ac:spMkLst>
        </pc:spChg>
        <pc:spChg chg="mod">
          <ac:chgData name="Jean-Yves Vuillequez" userId="e7fac481abea6bd0" providerId="LiveId" clId="{79E365E8-22BC-4EC2-9606-9A9AC6CD1D22}" dt="2026-02-11T12:26:30.152" v="97"/>
          <ac:spMkLst>
            <pc:docMk/>
            <pc:sldMk cId="0" sldId="256"/>
            <ac:spMk id="57" creationId="{00000000-0000-0000-0000-000000000000}"/>
          </ac:spMkLst>
        </pc:spChg>
      </pc:sldChg>
      <pc:sldChg chg="addSp delSp modSp mod addAnim delAnim modNotesTx">
        <pc:chgData name="Jean-Yves Vuillequez" userId="e7fac481abea6bd0" providerId="LiveId" clId="{79E365E8-22BC-4EC2-9606-9A9AC6CD1D22}" dt="2026-01-16T10:48:23.010" v="85" actId="478"/>
        <pc:sldMkLst>
          <pc:docMk/>
          <pc:sldMk cId="0" sldId="258"/>
        </pc:sldMkLst>
        <pc:spChg chg="mod">
          <ac:chgData name="Jean-Yves Vuillequez" userId="e7fac481abea6bd0" providerId="LiveId" clId="{79E365E8-22BC-4EC2-9606-9A9AC6CD1D22}" dt="2026-01-16T10:48:13.103" v="83" actId="5793"/>
          <ac:spMkLst>
            <pc:docMk/>
            <pc:sldMk cId="0" sldId="258"/>
            <ac:spMk id="4" creationId="{FDD3CA48-ED30-7B8E-6211-AABF478FAB0C}"/>
          </ac:spMkLst>
        </pc:spChg>
        <pc:spChg chg="mod">
          <ac:chgData name="Jean-Yves Vuillequez" userId="e7fac481abea6bd0" providerId="LiveId" clId="{79E365E8-22BC-4EC2-9606-9A9AC6CD1D22}" dt="2026-01-16T10:47:21.917" v="46" actId="20577"/>
          <ac:spMkLst>
            <pc:docMk/>
            <pc:sldMk cId="0" sldId="258"/>
            <ac:spMk id="68" creationId="{00000000-0000-0000-0000-000000000000}"/>
          </ac:spMkLst>
        </pc:spChg>
      </pc:sldChg>
      <pc:sldChg chg="add del">
        <pc:chgData name="Jean-Yves Vuillequez" userId="e7fac481abea6bd0" providerId="LiveId" clId="{79E365E8-22BC-4EC2-9606-9A9AC6CD1D22}" dt="2026-01-16T10:47:03.962" v="33" actId="47"/>
        <pc:sldMkLst>
          <pc:docMk/>
          <pc:sldMk cId="0" sldId="271"/>
        </pc:sldMkLst>
      </pc:sldChg>
      <pc:sldChg chg="modSp del mod">
        <pc:chgData name="Jean-Yves Vuillequez" userId="e7fac481abea6bd0" providerId="LiveId" clId="{79E365E8-22BC-4EC2-9606-9A9AC6CD1D22}" dt="2026-02-11T12:26:59.660" v="103" actId="47"/>
        <pc:sldMkLst>
          <pc:docMk/>
          <pc:sldMk cId="1558646683" sldId="273"/>
        </pc:sldMkLst>
        <pc:spChg chg="mod">
          <ac:chgData name="Jean-Yves Vuillequez" userId="e7fac481abea6bd0" providerId="LiveId" clId="{79E365E8-22BC-4EC2-9606-9A9AC6CD1D22}" dt="2026-01-16T10:45:23.953" v="10" actId="20577"/>
          <ac:spMkLst>
            <pc:docMk/>
            <pc:sldMk cId="1558646683" sldId="273"/>
            <ac:spMk id="62" creationId="{1465D56F-7913-AD4E-8248-AEC9AC3FBC16}"/>
          </ac:spMkLst>
        </pc:spChg>
      </pc:sldChg>
      <pc:sldMasterChg chg="add del addSldLayout delSldLayout">
        <pc:chgData name="Jean-Yves Vuillequez" userId="e7fac481abea6bd0" providerId="LiveId" clId="{79E365E8-22BC-4EC2-9606-9A9AC6CD1D22}" dt="2026-01-16T10:47:03.962" v="33" actId="47"/>
        <pc:sldMasterMkLst>
          <pc:docMk/>
          <pc:sldMasterMk cId="604091050" sldId="2147483660"/>
        </pc:sldMasterMkLst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1669328441" sldId="2147483661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1628572972" sldId="2147483662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2738534442" sldId="2147483663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2962870219" sldId="2147483664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3254902670" sldId="2147483665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2825252853" sldId="2147483666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3934262042" sldId="2147483667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1499876969" sldId="2147483668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3012943028" sldId="2147483669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4176234486" sldId="2147483670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3598435996" sldId="214748367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77af7a6af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77af7a6af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5" name="Google Shape;18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1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693284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285729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3853444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14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6287021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5490267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6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16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2525285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7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3426204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8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8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9987696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1294302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0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20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7623448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98435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7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21.xml"/><Relationship Id="rId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20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04091050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FDAD2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735474" y="2182215"/>
            <a:ext cx="7411679" cy="61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000" dirty="0" err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Getaround</a:t>
            </a:r>
            <a:r>
              <a:rPr lang="fr-FR" sz="40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</a:t>
            </a:r>
            <a:r>
              <a:rPr lang="fr-FR" sz="4000" dirty="0" err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Analysis</a:t>
            </a:r>
            <a:r>
              <a:rPr lang="fr-FR" sz="40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</a:t>
            </a:r>
            <a:endParaRPr sz="40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5550" y="2595750"/>
            <a:ext cx="3818450" cy="2547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0550" y="787375"/>
            <a:ext cx="973275" cy="65105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>
            <a:spLocks noGrp="1"/>
          </p:cNvSpPr>
          <p:nvPr>
            <p:ph type="ctrTitle"/>
          </p:nvPr>
        </p:nvSpPr>
        <p:spPr>
          <a:xfrm>
            <a:off x="735464" y="3010605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 algn="l"/>
            <a:r>
              <a:rPr lang="fr-FR" sz="2500" dirty="0" err="1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Deployment</a:t>
            </a:r>
            <a:endParaRPr sz="2500" dirty="0">
              <a:solidFill>
                <a:schemeClr val="lt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2" name="Google Shape;57;p13">
            <a:extLst>
              <a:ext uri="{FF2B5EF4-FFF2-40B4-BE49-F238E27FC236}">
                <a16:creationId xmlns:a16="http://schemas.microsoft.com/office/drawing/2014/main" id="{57DEF025-3287-AC4F-B3FC-747B4D27CCFE}"/>
              </a:ext>
            </a:extLst>
          </p:cNvPr>
          <p:cNvSpPr txBox="1">
            <a:spLocks/>
          </p:cNvSpPr>
          <p:nvPr/>
        </p:nvSpPr>
        <p:spPr>
          <a:xfrm>
            <a:off x="735464" y="3693307"/>
            <a:ext cx="2716396" cy="278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fr-FR" sz="1200" b="1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Rédacteur : </a:t>
            </a:r>
            <a:r>
              <a:rPr lang="fr-FR" sz="12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Jean-Yves Vuillequez</a:t>
            </a:r>
          </a:p>
        </p:txBody>
      </p:sp>
      <p:sp>
        <p:nvSpPr>
          <p:cNvPr id="3" name="Google Shape;54;p13">
            <a:extLst>
              <a:ext uri="{FF2B5EF4-FFF2-40B4-BE49-F238E27FC236}">
                <a16:creationId xmlns:a16="http://schemas.microsoft.com/office/drawing/2014/main" id="{124BAD35-7509-EAFD-F0C5-0C17E26060D0}"/>
              </a:ext>
            </a:extLst>
          </p:cNvPr>
          <p:cNvSpPr txBox="1">
            <a:spLocks/>
          </p:cNvSpPr>
          <p:nvPr/>
        </p:nvSpPr>
        <p:spPr>
          <a:xfrm>
            <a:off x="755794" y="1683667"/>
            <a:ext cx="7411679" cy="61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fr-FR" sz="1200" dirty="0"/>
              <a:t>RNCP35288 CDSD</a:t>
            </a:r>
            <a:r>
              <a:rPr lang="fr-FR" sz="12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 err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xxxx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" name="Google Shape;69;p3">
            <a:extLst>
              <a:ext uri="{FF2B5EF4-FFF2-40B4-BE49-F238E27FC236}">
                <a16:creationId xmlns:a16="http://schemas.microsoft.com/office/drawing/2014/main" id="{94E73EE0-F6F1-CDDF-FA4B-05D7CA1DA99B}"/>
              </a:ext>
            </a:extLst>
          </p:cNvPr>
          <p:cNvSpPr/>
          <p:nvPr/>
        </p:nvSpPr>
        <p:spPr>
          <a:xfrm>
            <a:off x="311700" y="3696985"/>
            <a:ext cx="8686385" cy="99777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73;p3">
            <a:extLst>
              <a:ext uri="{FF2B5EF4-FFF2-40B4-BE49-F238E27FC236}">
                <a16:creationId xmlns:a16="http://schemas.microsoft.com/office/drawing/2014/main" id="{FDD3CA48-ED30-7B8E-6211-AABF478FAB0C}"/>
              </a:ext>
            </a:extLst>
          </p:cNvPr>
          <p:cNvSpPr txBox="1">
            <a:spLocks/>
          </p:cNvSpPr>
          <p:nvPr/>
        </p:nvSpPr>
        <p:spPr>
          <a:xfrm>
            <a:off x="539752" y="3696985"/>
            <a:ext cx="8458333" cy="870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SzPct val="100000"/>
              <a:buNone/>
            </a:pPr>
            <a:r>
              <a:rPr lang="fr-FR" sz="1000" b="1" dirty="0" err="1"/>
              <a:t>Xxxx</a:t>
            </a:r>
            <a:r>
              <a:rPr lang="fr-FR" sz="1000" b="1" dirty="0"/>
              <a:t> : </a:t>
            </a:r>
            <a:endParaRPr lang="fr-FR" sz="1000" dirty="0"/>
          </a:p>
          <a:p>
            <a:pPr>
              <a:buSzPct val="100000"/>
            </a:pPr>
            <a:r>
              <a:rPr lang="fr-FR" sz="1000" dirty="0" err="1"/>
              <a:t>xxxx</a:t>
            </a:r>
            <a:endParaRPr lang="fr-FR" sz="1000" dirty="0"/>
          </a:p>
          <a:p>
            <a:pPr>
              <a:buSzPct val="100000"/>
            </a:pPr>
            <a:r>
              <a:rPr lang="fr-FR" sz="1000" dirty="0" err="1"/>
              <a:t>xxxx</a:t>
            </a:r>
            <a:endParaRPr lang="fr-FR" sz="1000" dirty="0"/>
          </a:p>
          <a:p>
            <a:pPr>
              <a:buSzPct val="100000"/>
            </a:pPr>
            <a:r>
              <a:rPr lang="fr-FR" sz="1000" dirty="0" err="1"/>
              <a:t>xxxx</a:t>
            </a:r>
            <a:endParaRPr lang="fr-FR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9"/>
          <p:cNvSpPr txBox="1">
            <a:spLocks noGrp="1"/>
          </p:cNvSpPr>
          <p:nvPr>
            <p:ph type="ctrTitle" idx="4294967295"/>
          </p:nvPr>
        </p:nvSpPr>
        <p:spPr>
          <a:xfrm>
            <a:off x="1089725" y="1970775"/>
            <a:ext cx="6393116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36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Merci pour votre attention</a:t>
            </a:r>
            <a:br>
              <a:rPr lang="fr" sz="36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</a:br>
            <a:r>
              <a:rPr lang="fr" sz="36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Des</a:t>
            </a:r>
            <a:r>
              <a:rPr lang="fr" sz="3600" b="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questions ?</a:t>
            </a:r>
            <a:endParaRPr sz="3600" b="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188" name="Google Shape;188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1427</TotalTime>
  <Words>23</Words>
  <Application>Microsoft Office PowerPoint</Application>
  <PresentationFormat>Affichage à l'écran (16:9)</PresentationFormat>
  <Paragraphs>10</Paragraphs>
  <Slides>3</Slides>
  <Notes>3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3</vt:i4>
      </vt:variant>
    </vt:vector>
  </HeadingPairs>
  <TitlesOfParts>
    <vt:vector size="8" baseType="lpstr">
      <vt:lpstr>Inter Medium</vt:lpstr>
      <vt:lpstr>Arial</vt:lpstr>
      <vt:lpstr>Inter SemiBold</vt:lpstr>
      <vt:lpstr>Simple Light</vt:lpstr>
      <vt:lpstr>1_Simple Light</vt:lpstr>
      <vt:lpstr>Getaround Analysis </vt:lpstr>
      <vt:lpstr>xxxx</vt:lpstr>
      <vt:lpstr>Merci pour votre attention Des questions 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Jean-Yves Vuillequez</dc:creator>
  <cp:lastModifiedBy>Jean-Yves Vuillequez</cp:lastModifiedBy>
  <cp:revision>237</cp:revision>
  <dcterms:modified xsi:type="dcterms:W3CDTF">2026-02-11T12:27:00Z</dcterms:modified>
</cp:coreProperties>
</file>