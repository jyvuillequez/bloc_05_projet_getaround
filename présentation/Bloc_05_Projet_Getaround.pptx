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0"/>
  </p:notesMasterIdLst>
  <p:sldIdLst>
    <p:sldId id="256" r:id="rId3"/>
    <p:sldId id="275" r:id="rId4"/>
    <p:sldId id="272" r:id="rId5"/>
    <p:sldId id="273" r:id="rId6"/>
    <p:sldId id="274" r:id="rId7"/>
    <p:sldId id="258" r:id="rId8"/>
    <p:sldId id="271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4470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CA8FFA-FC6B-48AE-92FD-26D6FADFA2EC}" v="5" dt="2026-02-11T12:26:48.2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5" autoAdjust="0"/>
    <p:restoredTop sz="96247" autoAdjust="0"/>
  </p:normalViewPr>
  <p:slideViewPr>
    <p:cSldViewPr snapToGrid="0">
      <p:cViewPr varScale="1">
        <p:scale>
          <a:sx n="135" d="100"/>
          <a:sy n="135" d="100"/>
        </p:scale>
        <p:origin x="846" y="33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addMainMaster delMainMaster">
      <pc:chgData name="Jean-Yves Vuillequez" userId="e7fac481abea6bd0" providerId="LiveId" clId="{79E365E8-22BC-4EC2-9606-9A9AC6CD1D22}" dt="2026-02-11T12:26:59.660" v="103" actId="47"/>
      <pc:docMkLst>
        <pc:docMk/>
      </pc:docMkLst>
      <pc:sldChg chg="addSp modSp mod">
        <pc:chgData name="Jean-Yves Vuillequez" userId="e7fac481abea6bd0" providerId="LiveId" clId="{79E365E8-22BC-4EC2-9606-9A9AC6CD1D22}" dt="2026-02-11T12:26:53.968" v="102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11T12:26:53.968" v="102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11T12:26:48.213" v="99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11T12:26:30.152" v="97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1-16T10:48:23.010" v="85" actId="478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1-16T10:48:13.103" v="83" actId="5793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1-16T10:47:21.917" v="46" actId="20577"/>
          <ac:spMkLst>
            <pc:docMk/>
            <pc:sldMk cId="0" sldId="258"/>
            <ac:spMk id="68" creationId="{00000000-0000-0000-0000-000000000000}"/>
          </ac:spMkLst>
        </pc:sp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modSp del mod">
        <pc:chgData name="Jean-Yves Vuillequez" userId="e7fac481abea6bd0" providerId="LiveId" clId="{79E365E8-22BC-4EC2-9606-9A9AC6CD1D22}" dt="2026-02-11T12:26:59.660" v="103" actId="4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6-01-16T10:45:23.953" v="10" actId="20577"/>
          <ac:spMkLst>
            <pc:docMk/>
            <pc:sldMk cId="1558646683" sldId="273"/>
            <ac:spMk id="62" creationId="{1465D56F-7913-AD4E-8248-AEC9AC3FBC16}"/>
          </ac:spMkLst>
        </pc:sp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hyperlink" Target="https://jyvuillequez-projet-getaround-dashboard.hf.space/" TargetMode="External"/><Relationship Id="rId4" Type="http://schemas.openxmlformats.org/officeDocument/2006/relationships/hyperlink" Target="https://github.com/jyvuillequez/Bloc_05_Projet_Getaroun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Analysis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Deployment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55794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 err="1"/>
              <a:t>Github</a:t>
            </a:r>
            <a:r>
              <a:rPr lang="fr-FR" sz="1400" b="1" dirty="0"/>
              <a:t> repository : </a:t>
            </a:r>
            <a:r>
              <a:rPr lang="fr-FR" sz="1400" dirty="0">
                <a:hlinkClick r:id="rId4"/>
              </a:rPr>
              <a:t>https://github.com/jyvuillequez/Bloc_05_Projet_Getaround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Dashboard  : </a:t>
            </a:r>
            <a:r>
              <a:rPr lang="fr-FR" sz="1400" dirty="0">
                <a:hlinkClick r:id="rId5"/>
              </a:rPr>
              <a:t>https://jyvuillequez-projet-getaround-dashboard.hf.space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/>
              <a:t>API  : </a:t>
            </a:r>
            <a:r>
              <a:rPr lang="fr-FR" sz="1400" dirty="0">
                <a:hlinkClick r:id="rId6"/>
              </a:rPr>
              <a:t>https://jyvuillequez-projet-getaround-api.hf.space/docs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12810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 : </a:t>
            </a:r>
          </a:p>
          <a:p>
            <a:pPr>
              <a:buSzPct val="100000"/>
            </a:pPr>
            <a:r>
              <a:rPr lang="fr-FR" sz="1400" dirty="0" err="1"/>
              <a:t>xxxx</a:t>
            </a:r>
            <a:endParaRPr lang="fr-FR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xxx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xxx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xxx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xxx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xxx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xxx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xxx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xxx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56B5F17-0455-4EEE-EA40-088735D5E368}"/>
              </a:ext>
            </a:extLst>
          </p:cNvPr>
          <p:cNvGrpSpPr/>
          <p:nvPr/>
        </p:nvGrpSpPr>
        <p:grpSpPr>
          <a:xfrm>
            <a:off x="263070" y="1458686"/>
            <a:ext cx="2030067" cy="3272971"/>
            <a:chOff x="263070" y="1458686"/>
            <a:chExt cx="2030067" cy="3272971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626281" y="1716520"/>
              <a:ext cx="653142" cy="274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78455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512232" y="2694535"/>
              <a:ext cx="86354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  <a:p>
              <a:pPr algn="ctr"/>
              <a:r>
                <a:rPr lang="fr-FR" sz="600" b="1" dirty="0"/>
                <a:t>(métadonnées)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3014137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463375" y="3488496"/>
              <a:ext cx="9492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93739" y="376236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463374" y="4238831"/>
              <a:ext cx="95901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095600" y="1606201"/>
              <a:ext cx="264768" cy="2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8">
              <a:extLst>
                <a:ext uri="{FF2B5EF4-FFF2-40B4-BE49-F238E27FC236}">
                  <a16:creationId xmlns:a16="http://schemas.microsoft.com/office/drawing/2014/main" id="{0DF6E305-58E0-10D9-0E90-7E26126193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203"/>
            <a:stretch>
              <a:fillRect/>
            </a:stretch>
          </p:blipFill>
          <p:spPr bwMode="auto">
            <a:xfrm>
              <a:off x="1666945" y="2090436"/>
              <a:ext cx="492649" cy="5741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10">
              <a:extLst>
                <a:ext uri="{FF2B5EF4-FFF2-40B4-BE49-F238E27FC236}">
                  <a16:creationId xmlns:a16="http://schemas.microsoft.com/office/drawing/2014/main" id="{FD816D59-77CA-1E04-DAC5-C8410FAC61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775"/>
            <a:stretch>
              <a:fillRect/>
            </a:stretch>
          </p:blipFill>
          <p:spPr bwMode="auto">
            <a:xfrm>
              <a:off x="1684197" y="3264975"/>
              <a:ext cx="492665" cy="57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33B23519-5EFA-F17A-CAA2-6EF8A191B3CD}"/>
                </a:ext>
              </a:extLst>
            </p:cNvPr>
            <p:cNvSpPr/>
            <p:nvPr/>
          </p:nvSpPr>
          <p:spPr>
            <a:xfrm>
              <a:off x="456709" y="1469509"/>
              <a:ext cx="972305" cy="3123802"/>
            </a:xfrm>
            <a:prstGeom prst="round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804A8FE7-27C3-4C54-36F8-6A8C0900C5DA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2383224"/>
              <a:ext cx="362079" cy="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A34EFFD9-2B7F-223F-36C3-4CCC4629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3554011"/>
              <a:ext cx="362079" cy="0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FD39475C-E631-B671-266E-B9334304C252}"/>
              </a:ext>
            </a:extLst>
          </p:cNvPr>
          <p:cNvGrpSpPr/>
          <p:nvPr/>
        </p:nvGrpSpPr>
        <p:grpSpPr>
          <a:xfrm>
            <a:off x="6685555" y="1873629"/>
            <a:ext cx="1574333" cy="2814629"/>
            <a:chOff x="6685555" y="1873629"/>
            <a:chExt cx="1574333" cy="2814629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63" t="15290" r="18027" b="19432"/>
            <a:stretch>
              <a:fillRect/>
            </a:stretch>
          </p:blipFill>
          <p:spPr bwMode="auto">
            <a:xfrm>
              <a:off x="7188151" y="4068942"/>
              <a:ext cx="603504" cy="619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2970222"/>
              <a:ext cx="110451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85576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PREDICT </a:t>
              </a:r>
            </a:p>
            <a:p>
              <a:pPr algn="ctr"/>
              <a:r>
                <a:rPr lang="fr-FR" sz="7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BFDE930-E8FD-AEFC-C080-0E20435636B0}"/>
                </a:ext>
              </a:extLst>
            </p:cNvPr>
            <p:cNvGrpSpPr/>
            <p:nvPr/>
          </p:nvGrpSpPr>
          <p:grpSpPr>
            <a:xfrm>
              <a:off x="6685555" y="3898233"/>
              <a:ext cx="703440" cy="410340"/>
              <a:chOff x="7750640" y="4242260"/>
              <a:chExt cx="447927" cy="261290"/>
            </a:xfrm>
          </p:grpSpPr>
          <p:sp>
            <p:nvSpPr>
              <p:cNvPr id="45" name="Rectangle : coins arrondis 44">
                <a:extLst>
                  <a:ext uri="{FF2B5EF4-FFF2-40B4-BE49-F238E27FC236}">
                    <a16:creationId xmlns:a16="http://schemas.microsoft.com/office/drawing/2014/main" id="{D7F593C2-1139-09D7-2E16-9F2706484D71}"/>
                  </a:ext>
                </a:extLst>
              </p:cNvPr>
              <p:cNvSpPr/>
              <p:nvPr/>
            </p:nvSpPr>
            <p:spPr>
              <a:xfrm>
                <a:off x="7785777" y="4265830"/>
                <a:ext cx="373983" cy="223312"/>
              </a:xfrm>
              <a:prstGeom prst="round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9" name="Picture 2">
                <a:extLst>
                  <a:ext uri="{FF2B5EF4-FFF2-40B4-BE49-F238E27FC236}">
                    <a16:creationId xmlns:a16="http://schemas.microsoft.com/office/drawing/2014/main" id="{66E29ABD-B82C-FAB9-3744-D1866DC79A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640" y="4242260"/>
                <a:ext cx="447927" cy="261290"/>
              </a:xfrm>
              <a:prstGeom prst="rect">
                <a:avLst/>
              </a:prstGeom>
              <a:noFill/>
            </p:spPr>
          </p:pic>
        </p:grp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C855B51-00D1-B205-FFDD-9584B2007244}"/>
              </a:ext>
            </a:extLst>
          </p:cNvPr>
          <p:cNvGrpSpPr/>
          <p:nvPr/>
        </p:nvGrpSpPr>
        <p:grpSpPr>
          <a:xfrm>
            <a:off x="4245348" y="1458686"/>
            <a:ext cx="2205580" cy="3272971"/>
            <a:chOff x="4245348" y="1458686"/>
            <a:chExt cx="2205580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524037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705986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012224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149942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862081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3977728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843961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775222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751648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628306"/>
              <a:ext cx="1796425" cy="1870262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</p:cNvCxnSpPr>
            <p:nvPr/>
          </p:nvCxnSpPr>
          <p:spPr>
            <a:xfrm>
              <a:off x="5427620" y="2302794"/>
              <a:ext cx="2122" cy="32551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572509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8FC538F3-E888-6C1B-940B-D6B968D8FCEE}"/>
                </a:ext>
              </a:extLst>
            </p:cNvPr>
            <p:cNvCxnSpPr>
              <a:cxnSpLocks/>
            </p:cNvCxnSpPr>
            <p:nvPr/>
          </p:nvCxnSpPr>
          <p:spPr>
            <a:xfrm>
              <a:off x="4245348" y="2035648"/>
              <a:ext cx="551235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4B1DEF0E-3C11-180E-A253-FB6D258584E1}"/>
              </a:ext>
            </a:extLst>
          </p:cNvPr>
          <p:cNvGrpSpPr/>
          <p:nvPr/>
        </p:nvGrpSpPr>
        <p:grpSpPr>
          <a:xfrm>
            <a:off x="2159594" y="1458686"/>
            <a:ext cx="2219311" cy="3272971"/>
            <a:chOff x="2159594" y="1458686"/>
            <a:chExt cx="2219311" cy="3272971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461359" y="3203187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711808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428104" y="3028817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9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90550" y="2795080"/>
              <a:ext cx="347790" cy="416048"/>
            </a:xfrm>
            <a:prstGeom prst="rect">
              <a:avLst/>
            </a:prstGeom>
          </p:spPr>
        </p:pic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2717304" y="2067458"/>
              <a:ext cx="602696" cy="61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2939586" y="3240731"/>
              <a:ext cx="664926" cy="6384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557710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554011"/>
              <a:ext cx="762724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9F92FB23-9D37-AEB9-493C-1E3DAE1913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739660" y="2205082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9AD6B91C-AEA0-8BCF-42B4-76BEC72FDE00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 flipV="1">
              <a:off x="3335298" y="2377579"/>
              <a:ext cx="404362" cy="13"/>
            </a:xfrm>
            <a:prstGeom prst="straightConnector1">
              <a:avLst/>
            </a:prstGeom>
            <a:ln w="127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394220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historiques :</a:t>
              </a:r>
            </a:p>
            <a:p>
              <a:pPr algn="ctr"/>
              <a:r>
                <a:rPr lang="fr-FR" sz="700" b="1" dirty="0"/>
                <a:t>RTE, Solar, </a:t>
              </a:r>
              <a:r>
                <a:rPr lang="fr-FR" sz="700" b="1" dirty="0" err="1"/>
                <a:t>Openweather</a:t>
              </a:r>
              <a:r>
                <a:rPr lang="fr-FR" sz="700" b="1" dirty="0"/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46A74A5-8390-A9B2-0686-BA8885C4CDA4}"/>
                </a:ext>
              </a:extLst>
            </p:cNvPr>
            <p:cNvSpPr txBox="1"/>
            <p:nvPr/>
          </p:nvSpPr>
          <p:spPr>
            <a:xfrm>
              <a:off x="2586439" y="3823045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prédictives : </a:t>
              </a:r>
            </a:p>
            <a:p>
              <a:pPr algn="ctr"/>
              <a:r>
                <a:rPr lang="fr-FR" sz="700" b="1" dirty="0"/>
                <a:t>Solar, </a:t>
              </a:r>
              <a:r>
                <a:rPr lang="fr-FR" sz="700" b="1" dirty="0" err="1"/>
                <a:t>Openweather</a:t>
              </a:r>
              <a:endParaRPr lang="fr-FR" sz="700" b="1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5C2D434-8ADD-A5DA-1AED-8BF4C18B9EB3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3017736" y="4221213"/>
            <a:chExt cx="527618" cy="307777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3059124" y="4248976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7736" y="4221213"/>
              <a:ext cx="527618" cy="307777"/>
            </a:xfrm>
            <a:prstGeom prst="rect">
              <a:avLst/>
            </a:prstGeom>
            <a:noFill/>
          </p:spPr>
        </p:pic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E88C532-5DC4-9A8E-0BD9-8DCB5D7A9625}"/>
              </a:ext>
            </a:extLst>
          </p:cNvPr>
          <p:cNvGrpSpPr/>
          <p:nvPr/>
        </p:nvGrpSpPr>
        <p:grpSpPr>
          <a:xfrm>
            <a:off x="3663791" y="1799583"/>
            <a:ext cx="527618" cy="307777"/>
            <a:chOff x="3379555" y="2002169"/>
            <a:chExt cx="527618" cy="307777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3415221" y="2029932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79555" y="2002169"/>
              <a:ext cx="527618" cy="307777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xxxx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 err="1"/>
              <a:t>Xxxx</a:t>
            </a:r>
            <a:r>
              <a:rPr lang="fr-FR" sz="1000" b="1" dirty="0"/>
              <a:t> : 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xxxx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xxxx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xxxx</a:t>
            </a:r>
            <a:endParaRPr lang="fr-F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1554</TotalTime>
  <Words>176</Words>
  <Application>Microsoft Office PowerPoint</Application>
  <PresentationFormat>Affichage à l'écran (16:9)</PresentationFormat>
  <Paragraphs>72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Inter SemiBold</vt:lpstr>
      <vt:lpstr>Arial</vt:lpstr>
      <vt:lpstr>Inter Medium</vt:lpstr>
      <vt:lpstr>Calibri</vt:lpstr>
      <vt:lpstr>Simple Light</vt:lpstr>
      <vt:lpstr>1_Simple Light</vt:lpstr>
      <vt:lpstr>Getaround Analysis </vt:lpstr>
      <vt:lpstr>Ressourses projet</vt:lpstr>
      <vt:lpstr>Contexte et enjeu</vt:lpstr>
      <vt:lpstr>Méthodologie du projet</vt:lpstr>
      <vt:lpstr>Process et pipeline data</vt:lpstr>
      <vt:lpstr>xxxx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240</cp:revision>
  <dcterms:modified xsi:type="dcterms:W3CDTF">2026-02-12T19:15:59Z</dcterms:modified>
</cp:coreProperties>
</file>